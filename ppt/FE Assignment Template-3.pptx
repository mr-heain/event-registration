
<file path=[Content_Types].xml><?xml version="1.0" encoding="utf-8"?>
<Types xmlns="http://schemas.openxmlformats.org/package/2006/content-types"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</p:sldIdLst>
  <p:sldSz cx="7569200" cy="10699750"/>
  <p:notesSz cx="7569200" cy="1069975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>
        <p:scale>
          <a:sx n="130" d="100"/>
          <a:sy n="130" d="100"/>
        </p:scale>
        <p:origin x="318" y="-2604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567690" y="3316922"/>
            <a:ext cx="6433820" cy="224694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135380" y="5991860"/>
            <a:ext cx="5298440" cy="267493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3/5/2026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3/5/2026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378460" y="2460942"/>
            <a:ext cx="3292602" cy="706183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3898138" y="2460942"/>
            <a:ext cx="3292602" cy="706183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3/5/2026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3/5/2026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3/5/2026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378460" y="427990"/>
            <a:ext cx="6812280" cy="171196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378460" y="2460942"/>
            <a:ext cx="6812280" cy="706183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2573528" y="9950768"/>
            <a:ext cx="2422144" cy="53498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378460" y="9950768"/>
            <a:ext cx="1740916" cy="53498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3/5/2026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5449824" y="9950768"/>
            <a:ext cx="1740916" cy="53498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1.png"/><Relationship Id="rId4" Type="http://schemas.openxmlformats.org/officeDocument/2006/relationships/image" Target="../media/image2.jp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2.jpg"/><Relationship Id="rId4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801369" y="5121909"/>
            <a:ext cx="6402705" cy="20955"/>
            <a:chOff x="801369" y="5121909"/>
            <a:chExt cx="6402705" cy="20955"/>
          </a:xfrm>
        </p:grpSpPr>
        <p:sp>
          <p:nvSpPr>
            <p:cNvPr id="3" name="object 3"/>
            <p:cNvSpPr/>
            <p:nvPr/>
          </p:nvSpPr>
          <p:spPr>
            <a:xfrm>
              <a:off x="801370" y="5121909"/>
              <a:ext cx="6400800" cy="20320"/>
            </a:xfrm>
            <a:custGeom>
              <a:avLst/>
              <a:gdLst/>
              <a:ahLst/>
              <a:cxnLst/>
              <a:rect l="l" t="t" r="r" b="b"/>
              <a:pathLst>
                <a:path w="6400800" h="20320">
                  <a:moveTo>
                    <a:pt x="6400800" y="0"/>
                  </a:moveTo>
                  <a:lnTo>
                    <a:pt x="0" y="0"/>
                  </a:lnTo>
                  <a:lnTo>
                    <a:pt x="0" y="20320"/>
                  </a:lnTo>
                  <a:lnTo>
                    <a:pt x="6400800" y="20320"/>
                  </a:lnTo>
                  <a:lnTo>
                    <a:pt x="6400800" y="0"/>
                  </a:lnTo>
                  <a:close/>
                </a:path>
              </a:pathLst>
            </a:custGeom>
            <a:solidFill>
              <a:srgbClr val="9F9F9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" name="object 4"/>
            <p:cNvSpPr/>
            <p:nvPr/>
          </p:nvSpPr>
          <p:spPr>
            <a:xfrm>
              <a:off x="7200899" y="5122798"/>
              <a:ext cx="3175" cy="3175"/>
            </a:xfrm>
            <a:custGeom>
              <a:avLst/>
              <a:gdLst/>
              <a:ahLst/>
              <a:cxnLst/>
              <a:rect l="l" t="t" r="r" b="b"/>
              <a:pathLst>
                <a:path w="3175" h="3175">
                  <a:moveTo>
                    <a:pt x="3047" y="0"/>
                  </a:moveTo>
                  <a:lnTo>
                    <a:pt x="0" y="0"/>
                  </a:lnTo>
                  <a:lnTo>
                    <a:pt x="0" y="3047"/>
                  </a:lnTo>
                  <a:lnTo>
                    <a:pt x="3047" y="3047"/>
                  </a:lnTo>
                  <a:lnTo>
                    <a:pt x="3047" y="0"/>
                  </a:lnTo>
                  <a:close/>
                </a:path>
              </a:pathLst>
            </a:custGeom>
            <a:solidFill>
              <a:srgbClr val="E2E2E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801928" y="5122811"/>
              <a:ext cx="6402070" cy="17145"/>
            </a:xfrm>
            <a:custGeom>
              <a:avLst/>
              <a:gdLst/>
              <a:ahLst/>
              <a:cxnLst/>
              <a:rect l="l" t="t" r="r" b="b"/>
              <a:pathLst>
                <a:path w="6402070" h="17145">
                  <a:moveTo>
                    <a:pt x="3048" y="3035"/>
                  </a:moveTo>
                  <a:lnTo>
                    <a:pt x="0" y="3035"/>
                  </a:lnTo>
                  <a:lnTo>
                    <a:pt x="0" y="16751"/>
                  </a:lnTo>
                  <a:lnTo>
                    <a:pt x="3048" y="16751"/>
                  </a:lnTo>
                  <a:lnTo>
                    <a:pt x="3048" y="3035"/>
                  </a:lnTo>
                  <a:close/>
                </a:path>
                <a:path w="6402070" h="17145">
                  <a:moveTo>
                    <a:pt x="6402006" y="0"/>
                  </a:moveTo>
                  <a:lnTo>
                    <a:pt x="6398971" y="0"/>
                  </a:lnTo>
                  <a:lnTo>
                    <a:pt x="6398971" y="3035"/>
                  </a:lnTo>
                  <a:lnTo>
                    <a:pt x="6402006" y="3035"/>
                  </a:lnTo>
                  <a:lnTo>
                    <a:pt x="6402006" y="0"/>
                  </a:lnTo>
                  <a:close/>
                </a:path>
              </a:pathLst>
            </a:custGeom>
            <a:solidFill>
              <a:srgbClr val="9F9F9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7200899" y="5125846"/>
              <a:ext cx="3175" cy="13970"/>
            </a:xfrm>
            <a:custGeom>
              <a:avLst/>
              <a:gdLst/>
              <a:ahLst/>
              <a:cxnLst/>
              <a:rect l="l" t="t" r="r" b="b"/>
              <a:pathLst>
                <a:path w="3175" h="13970">
                  <a:moveTo>
                    <a:pt x="3047" y="0"/>
                  </a:moveTo>
                  <a:lnTo>
                    <a:pt x="0" y="0"/>
                  </a:lnTo>
                  <a:lnTo>
                    <a:pt x="0" y="13715"/>
                  </a:lnTo>
                  <a:lnTo>
                    <a:pt x="3047" y="13715"/>
                  </a:lnTo>
                  <a:lnTo>
                    <a:pt x="3047" y="0"/>
                  </a:lnTo>
                  <a:close/>
                </a:path>
              </a:pathLst>
            </a:custGeom>
            <a:solidFill>
              <a:srgbClr val="E2E2E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801928" y="5139562"/>
              <a:ext cx="3175" cy="3175"/>
            </a:xfrm>
            <a:custGeom>
              <a:avLst/>
              <a:gdLst/>
              <a:ahLst/>
              <a:cxnLst/>
              <a:rect l="l" t="t" r="r" b="b"/>
              <a:pathLst>
                <a:path w="3175" h="3175">
                  <a:moveTo>
                    <a:pt x="3048" y="0"/>
                  </a:moveTo>
                  <a:lnTo>
                    <a:pt x="0" y="0"/>
                  </a:lnTo>
                  <a:lnTo>
                    <a:pt x="0" y="3048"/>
                  </a:lnTo>
                  <a:lnTo>
                    <a:pt x="3048" y="3048"/>
                  </a:lnTo>
                  <a:lnTo>
                    <a:pt x="3048" y="0"/>
                  </a:lnTo>
                  <a:close/>
                </a:path>
              </a:pathLst>
            </a:custGeom>
            <a:solidFill>
              <a:srgbClr val="9F9F9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8"/>
            <p:cNvSpPr/>
            <p:nvPr/>
          </p:nvSpPr>
          <p:spPr>
            <a:xfrm>
              <a:off x="801928" y="5139562"/>
              <a:ext cx="6402070" cy="3175"/>
            </a:xfrm>
            <a:custGeom>
              <a:avLst/>
              <a:gdLst/>
              <a:ahLst/>
              <a:cxnLst/>
              <a:rect l="l" t="t" r="r" b="b"/>
              <a:pathLst>
                <a:path w="6402070" h="3175">
                  <a:moveTo>
                    <a:pt x="6402006" y="0"/>
                  </a:moveTo>
                  <a:lnTo>
                    <a:pt x="6399022" y="0"/>
                  </a:lnTo>
                  <a:lnTo>
                    <a:pt x="3048" y="0"/>
                  </a:lnTo>
                  <a:lnTo>
                    <a:pt x="0" y="0"/>
                  </a:lnTo>
                  <a:lnTo>
                    <a:pt x="0" y="3048"/>
                  </a:lnTo>
                  <a:lnTo>
                    <a:pt x="3048" y="3048"/>
                  </a:lnTo>
                  <a:lnTo>
                    <a:pt x="6398971" y="3048"/>
                  </a:lnTo>
                  <a:lnTo>
                    <a:pt x="6402006" y="3048"/>
                  </a:lnTo>
                  <a:lnTo>
                    <a:pt x="6402006" y="0"/>
                  </a:lnTo>
                  <a:close/>
                </a:path>
              </a:pathLst>
            </a:custGeom>
            <a:solidFill>
              <a:srgbClr val="E2E2E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9" name="object 9"/>
          <p:cNvSpPr txBox="1"/>
          <p:nvPr/>
        </p:nvSpPr>
        <p:spPr>
          <a:xfrm>
            <a:off x="792276" y="1145793"/>
            <a:ext cx="6301740" cy="48571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R="137160" algn="ctr">
              <a:lnSpc>
                <a:spcPct val="100000"/>
              </a:lnSpc>
              <a:spcBef>
                <a:spcPts val="100"/>
              </a:spcBef>
            </a:pPr>
            <a:r>
              <a:rPr sz="2100" b="1" spc="-25" dirty="0">
                <a:latin typeface="Times New Roman"/>
                <a:cs typeface="Times New Roman"/>
              </a:rPr>
              <a:t>FRONT-</a:t>
            </a:r>
            <a:r>
              <a:rPr sz="2100" b="1" dirty="0">
                <a:latin typeface="Times New Roman"/>
                <a:cs typeface="Times New Roman"/>
              </a:rPr>
              <a:t>END</a:t>
            </a:r>
            <a:r>
              <a:rPr sz="2100" b="1" spc="50" dirty="0">
                <a:latin typeface="Times New Roman"/>
                <a:cs typeface="Times New Roman"/>
              </a:rPr>
              <a:t> </a:t>
            </a:r>
            <a:r>
              <a:rPr sz="2100" b="1" spc="-10" dirty="0">
                <a:latin typeface="Times New Roman"/>
                <a:cs typeface="Times New Roman"/>
              </a:rPr>
              <a:t>DEVELOPMENT</a:t>
            </a:r>
            <a:endParaRPr sz="2100" dirty="0">
              <a:latin typeface="Times New Roman"/>
              <a:cs typeface="Times New Roman"/>
            </a:endParaRPr>
          </a:p>
          <a:p>
            <a:pPr marR="136525" algn="ctr">
              <a:lnSpc>
                <a:spcPct val="100000"/>
              </a:lnSpc>
              <a:spcBef>
                <a:spcPts val="2100"/>
              </a:spcBef>
            </a:pPr>
            <a:r>
              <a:rPr sz="1500" b="1" dirty="0">
                <a:latin typeface="Times New Roman"/>
                <a:cs typeface="Times New Roman"/>
              </a:rPr>
              <a:t>ASSIGNMENT</a:t>
            </a:r>
            <a:r>
              <a:rPr sz="1500" b="1" spc="-45" dirty="0">
                <a:latin typeface="Times New Roman"/>
                <a:cs typeface="Times New Roman"/>
              </a:rPr>
              <a:t> </a:t>
            </a:r>
            <a:r>
              <a:rPr sz="1500" b="1" dirty="0">
                <a:latin typeface="Times New Roman"/>
                <a:cs typeface="Times New Roman"/>
              </a:rPr>
              <a:t>3</a:t>
            </a:r>
            <a:r>
              <a:rPr sz="1500" b="1" spc="-20" dirty="0">
                <a:latin typeface="Times New Roman"/>
                <a:cs typeface="Times New Roman"/>
              </a:rPr>
              <a:t> </a:t>
            </a:r>
            <a:r>
              <a:rPr sz="1500" b="1" spc="-10" dirty="0">
                <a:latin typeface="Times New Roman"/>
                <a:cs typeface="Times New Roman"/>
              </a:rPr>
              <a:t>TEMPLATE</a:t>
            </a:r>
            <a:endParaRPr sz="1500" dirty="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spcBef>
                <a:spcPts val="540"/>
              </a:spcBef>
            </a:pPr>
            <a:endParaRPr sz="1500" dirty="0">
              <a:latin typeface="Times New Roman"/>
              <a:cs typeface="Times New Roman"/>
            </a:endParaRPr>
          </a:p>
          <a:p>
            <a:pPr marL="301625">
              <a:lnSpc>
                <a:spcPct val="100000"/>
              </a:lnSpc>
            </a:pPr>
            <a:r>
              <a:rPr sz="1200" b="1" dirty="0">
                <a:latin typeface="Times New Roman"/>
                <a:cs typeface="Times New Roman"/>
              </a:rPr>
              <a:t>STUDENT</a:t>
            </a:r>
            <a:r>
              <a:rPr sz="1200" b="1" spc="-10" dirty="0">
                <a:latin typeface="Times New Roman"/>
                <a:cs typeface="Times New Roman"/>
              </a:rPr>
              <a:t> NAME</a:t>
            </a:r>
            <a:r>
              <a:rPr lang="en-IN" sz="1200" b="1" spc="-10" dirty="0">
                <a:latin typeface="Times New Roman"/>
                <a:cs typeface="Times New Roman"/>
              </a:rPr>
              <a:t>:</a:t>
            </a:r>
            <a:r>
              <a:rPr lang="en-US" sz="1200" b="1" spc="-10" dirty="0">
                <a:latin typeface="Times New Roman"/>
                <a:cs typeface="Times New Roman"/>
              </a:rPr>
              <a:t> Hariharan S</a:t>
            </a:r>
            <a:endParaRPr lang="en-US" sz="1200" dirty="0">
              <a:latin typeface="Times New Roman"/>
              <a:cs typeface="Times New Roman"/>
            </a:endParaRPr>
          </a:p>
          <a:p>
            <a:pPr marL="301625">
              <a:lnSpc>
                <a:spcPct val="100000"/>
              </a:lnSpc>
              <a:spcBef>
                <a:spcPts val="640"/>
              </a:spcBef>
            </a:pPr>
            <a:r>
              <a:rPr lang="en-US" sz="1200" b="1" spc="-10" dirty="0">
                <a:latin typeface="Times New Roman"/>
                <a:cs typeface="Times New Roman"/>
              </a:rPr>
              <a:t>YEAR: II</a:t>
            </a:r>
            <a:endParaRPr lang="en-US" sz="1200" dirty="0">
              <a:latin typeface="Times New Roman"/>
              <a:cs typeface="Times New Roman"/>
            </a:endParaRPr>
          </a:p>
          <a:p>
            <a:pPr marL="301625">
              <a:lnSpc>
                <a:spcPct val="100000"/>
              </a:lnSpc>
              <a:spcBef>
                <a:spcPts val="635"/>
              </a:spcBef>
            </a:pPr>
            <a:r>
              <a:rPr sz="1200" b="1" dirty="0">
                <a:latin typeface="Times New Roman"/>
                <a:cs typeface="Times New Roman"/>
              </a:rPr>
              <a:t>COLLEGE</a:t>
            </a:r>
            <a:r>
              <a:rPr sz="1200" b="1" spc="-20" dirty="0">
                <a:latin typeface="Times New Roman"/>
                <a:cs typeface="Times New Roman"/>
              </a:rPr>
              <a:t> </a:t>
            </a:r>
            <a:r>
              <a:rPr sz="1200" b="1" spc="-10" dirty="0">
                <a:latin typeface="Times New Roman"/>
                <a:cs typeface="Times New Roman"/>
              </a:rPr>
              <a:t>CODE:</a:t>
            </a:r>
            <a:r>
              <a:rPr lang="en-US" sz="1200" b="1" spc="-10" dirty="0">
                <a:latin typeface="Times New Roman"/>
                <a:cs typeface="Times New Roman"/>
              </a:rPr>
              <a:t>1455</a:t>
            </a:r>
            <a:endParaRPr sz="1200" dirty="0">
              <a:latin typeface="Times New Roman"/>
              <a:cs typeface="Times New Roman"/>
            </a:endParaRPr>
          </a:p>
          <a:p>
            <a:pPr marL="301625">
              <a:lnSpc>
                <a:spcPct val="100000"/>
              </a:lnSpc>
              <a:spcBef>
                <a:spcPts val="635"/>
              </a:spcBef>
            </a:pPr>
            <a:r>
              <a:rPr sz="1200" b="1" dirty="0">
                <a:latin typeface="Times New Roman"/>
                <a:cs typeface="Times New Roman"/>
              </a:rPr>
              <a:t>COLLEGE</a:t>
            </a:r>
            <a:r>
              <a:rPr sz="1200" b="1" spc="-20" dirty="0">
                <a:latin typeface="Times New Roman"/>
                <a:cs typeface="Times New Roman"/>
              </a:rPr>
              <a:t> NAME:</a:t>
            </a:r>
            <a:r>
              <a:rPr lang="en-US" sz="1200" b="1" spc="-20" dirty="0">
                <a:latin typeface="Times New Roman"/>
                <a:cs typeface="Times New Roman"/>
              </a:rPr>
              <a:t> Tagore College of Arts and </a:t>
            </a:r>
            <a:r>
              <a:rPr lang="en-US" sz="1200" b="1" spc="-20" dirty="0" err="1">
                <a:latin typeface="Times New Roman"/>
                <a:cs typeface="Times New Roman"/>
              </a:rPr>
              <a:t>Science,Chrompet</a:t>
            </a:r>
            <a:endParaRPr sz="1200" dirty="0">
              <a:latin typeface="Times New Roman"/>
              <a:cs typeface="Times New Roman"/>
            </a:endParaRPr>
          </a:p>
          <a:p>
            <a:pPr marL="301625">
              <a:lnSpc>
                <a:spcPct val="100000"/>
              </a:lnSpc>
              <a:spcBef>
                <a:spcPts val="650"/>
              </a:spcBef>
            </a:pPr>
            <a:r>
              <a:rPr sz="1200" b="1" spc="-10" dirty="0">
                <a:latin typeface="Times New Roman"/>
                <a:cs typeface="Times New Roman"/>
              </a:rPr>
              <a:t>DEPARTMENT:</a:t>
            </a:r>
            <a:r>
              <a:rPr lang="en-US" sz="1200" b="1" spc="-10" dirty="0">
                <a:latin typeface="Times New Roman"/>
                <a:cs typeface="Times New Roman"/>
              </a:rPr>
              <a:t> Computer Science</a:t>
            </a:r>
            <a:endParaRPr sz="1200" dirty="0">
              <a:latin typeface="Times New Roman"/>
              <a:cs typeface="Times New Roman"/>
            </a:endParaRPr>
          </a:p>
          <a:p>
            <a:pPr marL="301625">
              <a:lnSpc>
                <a:spcPct val="100000"/>
              </a:lnSpc>
              <a:spcBef>
                <a:spcPts val="925"/>
              </a:spcBef>
            </a:pPr>
            <a:r>
              <a:rPr sz="1200" b="1" spc="-10" dirty="0">
                <a:latin typeface="Times New Roman"/>
                <a:cs typeface="Times New Roman"/>
              </a:rPr>
              <a:t>SEMESTER:</a:t>
            </a:r>
            <a:r>
              <a:rPr lang="en-US" sz="1200" b="1" spc="-10" dirty="0">
                <a:latin typeface="Times New Roman"/>
                <a:cs typeface="Times New Roman"/>
              </a:rPr>
              <a:t> IV</a:t>
            </a:r>
            <a:endParaRPr sz="1200" dirty="0">
              <a:latin typeface="Times New Roman"/>
              <a:cs typeface="Times New Roman"/>
            </a:endParaRPr>
          </a:p>
          <a:p>
            <a:pPr marL="301625">
              <a:lnSpc>
                <a:spcPct val="100000"/>
              </a:lnSpc>
              <a:spcBef>
                <a:spcPts val="925"/>
              </a:spcBef>
            </a:pPr>
            <a:r>
              <a:rPr sz="1200" b="1" dirty="0">
                <a:latin typeface="Times New Roman"/>
                <a:cs typeface="Times New Roman"/>
              </a:rPr>
              <a:t>ROLL </a:t>
            </a:r>
            <a:r>
              <a:rPr sz="1200" b="1" spc="-25" dirty="0">
                <a:latin typeface="Times New Roman"/>
                <a:cs typeface="Times New Roman"/>
              </a:rPr>
              <a:t>NO:</a:t>
            </a:r>
            <a:r>
              <a:rPr lang="en-US" sz="1200" b="1" spc="-25" dirty="0">
                <a:latin typeface="Times New Roman"/>
                <a:cs typeface="Times New Roman"/>
              </a:rPr>
              <a:t> 222407723</a:t>
            </a:r>
            <a:endParaRPr sz="1200" dirty="0">
              <a:latin typeface="Times New Roman"/>
              <a:cs typeface="Times New Roman"/>
            </a:endParaRPr>
          </a:p>
          <a:p>
            <a:pPr marL="301625">
              <a:lnSpc>
                <a:spcPct val="100000"/>
              </a:lnSpc>
              <a:spcBef>
                <a:spcPts val="635"/>
              </a:spcBef>
            </a:pPr>
            <a:r>
              <a:rPr sz="1200" b="1" spc="-10" dirty="0">
                <a:latin typeface="Times New Roman"/>
                <a:cs typeface="Times New Roman"/>
              </a:rPr>
              <a:t>NMID:</a:t>
            </a:r>
            <a:endParaRPr sz="1200" dirty="0">
              <a:latin typeface="Times New Roman"/>
              <a:cs typeface="Times New Roman"/>
            </a:endParaRPr>
          </a:p>
          <a:p>
            <a:pPr marL="301625">
              <a:lnSpc>
                <a:spcPct val="100000"/>
              </a:lnSpc>
              <a:spcBef>
                <a:spcPts val="625"/>
              </a:spcBef>
            </a:pPr>
            <a:r>
              <a:rPr sz="1200" b="1" spc="-10" dirty="0">
                <a:latin typeface="Times New Roman"/>
                <a:cs typeface="Times New Roman"/>
              </a:rPr>
              <a:t>DATE:</a:t>
            </a:r>
            <a:r>
              <a:rPr lang="en-US" sz="1200" b="1" spc="-10" dirty="0">
                <a:latin typeface="Times New Roman"/>
                <a:cs typeface="Times New Roman"/>
              </a:rPr>
              <a:t> 06/03/2026</a:t>
            </a:r>
            <a:endParaRPr sz="1200" dirty="0">
              <a:latin typeface="Times New Roman"/>
              <a:cs typeface="Times New Roman"/>
            </a:endParaRPr>
          </a:p>
          <a:p>
            <a:pPr marL="301625">
              <a:lnSpc>
                <a:spcPct val="100000"/>
              </a:lnSpc>
              <a:spcBef>
                <a:spcPts val="635"/>
              </a:spcBef>
            </a:pPr>
            <a:r>
              <a:rPr sz="1200" b="1" dirty="0">
                <a:latin typeface="Times New Roman"/>
                <a:cs typeface="Times New Roman"/>
              </a:rPr>
              <a:t>PROJECT</a:t>
            </a:r>
            <a:r>
              <a:rPr sz="1200" b="1" spc="-50" dirty="0">
                <a:latin typeface="Times New Roman"/>
                <a:cs typeface="Times New Roman"/>
              </a:rPr>
              <a:t> </a:t>
            </a:r>
            <a:r>
              <a:rPr sz="1200" b="1" spc="-10" dirty="0">
                <a:latin typeface="Times New Roman"/>
                <a:cs typeface="Times New Roman"/>
              </a:rPr>
              <a:t>TITLE:</a:t>
            </a:r>
            <a:endParaRPr sz="1200" dirty="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</a:pPr>
            <a:endParaRPr sz="1200" dirty="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spcBef>
                <a:spcPts val="650"/>
              </a:spcBef>
            </a:pPr>
            <a:endParaRPr sz="1200" dirty="0">
              <a:latin typeface="Times New Roman"/>
              <a:cs typeface="Times New Roman"/>
            </a:endParaRPr>
          </a:p>
          <a:p>
            <a:pPr marL="12700">
              <a:lnSpc>
                <a:spcPct val="100000"/>
              </a:lnSpc>
            </a:pPr>
            <a:r>
              <a:rPr sz="1400" b="1" dirty="0">
                <a:solidFill>
                  <a:srgbClr val="3B78D7"/>
                </a:solidFill>
                <a:latin typeface="Times New Roman"/>
                <a:cs typeface="Times New Roman"/>
              </a:rPr>
              <a:t>1.</a:t>
            </a:r>
            <a:r>
              <a:rPr sz="1400" b="1" spc="-10" dirty="0">
                <a:solidFill>
                  <a:srgbClr val="3B78D7"/>
                </a:solidFill>
                <a:latin typeface="Times New Roman"/>
                <a:cs typeface="Times New Roman"/>
              </a:rPr>
              <a:t> </a:t>
            </a:r>
            <a:r>
              <a:rPr sz="1400" b="1" dirty="0">
                <a:solidFill>
                  <a:srgbClr val="3B78D7"/>
                </a:solidFill>
                <a:latin typeface="Times New Roman"/>
                <a:cs typeface="Times New Roman"/>
              </a:rPr>
              <a:t>Problem</a:t>
            </a:r>
            <a:r>
              <a:rPr sz="1400" b="1" spc="-10" dirty="0">
                <a:solidFill>
                  <a:srgbClr val="3B78D7"/>
                </a:solidFill>
                <a:latin typeface="Times New Roman"/>
                <a:cs typeface="Times New Roman"/>
              </a:rPr>
              <a:t> Statement:</a:t>
            </a:r>
            <a:endParaRPr sz="1400" dirty="0">
              <a:latin typeface="Times New Roman"/>
              <a:cs typeface="Times New Roman"/>
            </a:endParaRPr>
          </a:p>
          <a:p>
            <a:pPr marL="106680" marR="5080">
              <a:lnSpc>
                <a:spcPts val="1380"/>
              </a:lnSpc>
              <a:spcBef>
                <a:spcPts val="840"/>
              </a:spcBef>
            </a:pPr>
            <a:r>
              <a:rPr sz="1200" i="1" dirty="0">
                <a:latin typeface="Times New Roman"/>
                <a:cs typeface="Times New Roman"/>
              </a:rPr>
              <a:t>(This</a:t>
            </a:r>
            <a:r>
              <a:rPr sz="1200" i="1" spc="-2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section</a:t>
            </a:r>
            <a:r>
              <a:rPr sz="1200" i="1" spc="-2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explains</a:t>
            </a:r>
            <a:r>
              <a:rPr sz="1200" i="1" spc="-2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the</a:t>
            </a:r>
            <a:r>
              <a:rPr sz="1200" i="1" spc="-2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need</a:t>
            </a:r>
            <a:r>
              <a:rPr sz="1200" i="1" spc="-1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to</a:t>
            </a:r>
            <a:r>
              <a:rPr sz="1200" i="1" spc="-2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make</a:t>
            </a:r>
            <a:r>
              <a:rPr sz="1200" i="1" spc="-2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the</a:t>
            </a:r>
            <a:r>
              <a:rPr sz="1200" i="1" spc="-2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previously</a:t>
            </a:r>
            <a:r>
              <a:rPr sz="1200" i="1" spc="-2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created</a:t>
            </a:r>
            <a:r>
              <a:rPr sz="1200" i="1" spc="-2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HTML</a:t>
            </a:r>
            <a:r>
              <a:rPr sz="1200" i="1" spc="-1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and</a:t>
            </a:r>
            <a:r>
              <a:rPr sz="1200" i="1" spc="-1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CSS</a:t>
            </a:r>
            <a:r>
              <a:rPr sz="1200" i="1" spc="-2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page</a:t>
            </a:r>
            <a:r>
              <a:rPr sz="1200" i="1" spc="-25" dirty="0">
                <a:latin typeface="Times New Roman"/>
                <a:cs typeface="Times New Roman"/>
              </a:rPr>
              <a:t> </a:t>
            </a:r>
            <a:r>
              <a:rPr sz="1200" i="1" spc="-10" dirty="0">
                <a:latin typeface="Times New Roman"/>
                <a:cs typeface="Times New Roman"/>
              </a:rPr>
              <a:t>interactive</a:t>
            </a:r>
            <a:r>
              <a:rPr sz="1200" i="1" spc="-25" dirty="0">
                <a:latin typeface="Times New Roman"/>
                <a:cs typeface="Times New Roman"/>
              </a:rPr>
              <a:t> </a:t>
            </a:r>
            <a:r>
              <a:rPr sz="1200" i="1" spc="-10" dirty="0">
                <a:latin typeface="Times New Roman"/>
                <a:cs typeface="Times New Roman"/>
              </a:rPr>
              <a:t>using </a:t>
            </a:r>
            <a:r>
              <a:rPr sz="1200" i="1" dirty="0">
                <a:latin typeface="Times New Roman"/>
                <a:cs typeface="Times New Roman"/>
              </a:rPr>
              <a:t>JavaScript</a:t>
            </a:r>
            <a:r>
              <a:rPr sz="1200" i="1" spc="-3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for</a:t>
            </a:r>
            <a:r>
              <a:rPr sz="1200" i="1" spc="-3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validation</a:t>
            </a:r>
            <a:r>
              <a:rPr sz="1200" i="1" spc="-3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and</a:t>
            </a:r>
            <a:r>
              <a:rPr sz="1200" i="1" spc="-3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dynamic</a:t>
            </a:r>
            <a:r>
              <a:rPr sz="1200" i="1" spc="-3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data</a:t>
            </a:r>
            <a:r>
              <a:rPr sz="1200" i="1" spc="-30" dirty="0">
                <a:latin typeface="Times New Roman"/>
                <a:cs typeface="Times New Roman"/>
              </a:rPr>
              <a:t> </a:t>
            </a:r>
            <a:r>
              <a:rPr sz="1200" i="1" spc="-10" dirty="0">
                <a:latin typeface="Times New Roman"/>
                <a:cs typeface="Times New Roman"/>
              </a:rPr>
              <a:t>handling.)</a:t>
            </a:r>
            <a:endParaRPr sz="1200" dirty="0">
              <a:latin typeface="Times New Roman"/>
              <a:cs typeface="Times New Roman"/>
            </a:endParaRPr>
          </a:p>
        </p:txBody>
      </p:sp>
      <p:grpSp>
        <p:nvGrpSpPr>
          <p:cNvPr id="10" name="object 10"/>
          <p:cNvGrpSpPr/>
          <p:nvPr/>
        </p:nvGrpSpPr>
        <p:grpSpPr>
          <a:xfrm>
            <a:off x="808990" y="6226809"/>
            <a:ext cx="6395085" cy="20955"/>
            <a:chOff x="808990" y="6226809"/>
            <a:chExt cx="6395085" cy="20955"/>
          </a:xfrm>
        </p:grpSpPr>
        <p:sp>
          <p:nvSpPr>
            <p:cNvPr id="11" name="object 11"/>
            <p:cNvSpPr/>
            <p:nvPr/>
          </p:nvSpPr>
          <p:spPr>
            <a:xfrm>
              <a:off x="808990" y="6226809"/>
              <a:ext cx="6393180" cy="20320"/>
            </a:xfrm>
            <a:custGeom>
              <a:avLst/>
              <a:gdLst/>
              <a:ahLst/>
              <a:cxnLst/>
              <a:rect l="l" t="t" r="r" b="b"/>
              <a:pathLst>
                <a:path w="6393180" h="20320">
                  <a:moveTo>
                    <a:pt x="6393180" y="0"/>
                  </a:moveTo>
                  <a:lnTo>
                    <a:pt x="0" y="0"/>
                  </a:lnTo>
                  <a:lnTo>
                    <a:pt x="0" y="20320"/>
                  </a:lnTo>
                  <a:lnTo>
                    <a:pt x="6393180" y="20320"/>
                  </a:lnTo>
                  <a:lnTo>
                    <a:pt x="6393180" y="0"/>
                  </a:lnTo>
                  <a:close/>
                </a:path>
              </a:pathLst>
            </a:custGeom>
            <a:solidFill>
              <a:srgbClr val="9F9F9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12"/>
            <p:cNvSpPr/>
            <p:nvPr/>
          </p:nvSpPr>
          <p:spPr>
            <a:xfrm>
              <a:off x="7200899" y="6227952"/>
              <a:ext cx="3175" cy="3175"/>
            </a:xfrm>
            <a:custGeom>
              <a:avLst/>
              <a:gdLst/>
              <a:ahLst/>
              <a:cxnLst/>
              <a:rect l="l" t="t" r="r" b="b"/>
              <a:pathLst>
                <a:path w="3175" h="3175">
                  <a:moveTo>
                    <a:pt x="3047" y="0"/>
                  </a:moveTo>
                  <a:lnTo>
                    <a:pt x="0" y="0"/>
                  </a:lnTo>
                  <a:lnTo>
                    <a:pt x="0" y="3048"/>
                  </a:lnTo>
                  <a:lnTo>
                    <a:pt x="3047" y="3048"/>
                  </a:lnTo>
                  <a:lnTo>
                    <a:pt x="3047" y="0"/>
                  </a:lnTo>
                  <a:close/>
                </a:path>
              </a:pathLst>
            </a:custGeom>
            <a:solidFill>
              <a:srgbClr val="E2E2E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3" name="object 13"/>
            <p:cNvSpPr/>
            <p:nvPr/>
          </p:nvSpPr>
          <p:spPr>
            <a:xfrm>
              <a:off x="809548" y="6227952"/>
              <a:ext cx="6394450" cy="17145"/>
            </a:xfrm>
            <a:custGeom>
              <a:avLst/>
              <a:gdLst/>
              <a:ahLst/>
              <a:cxnLst/>
              <a:rect l="l" t="t" r="r" b="b"/>
              <a:pathLst>
                <a:path w="6394450" h="17145">
                  <a:moveTo>
                    <a:pt x="3048" y="3060"/>
                  </a:moveTo>
                  <a:lnTo>
                    <a:pt x="0" y="3060"/>
                  </a:lnTo>
                  <a:lnTo>
                    <a:pt x="0" y="16764"/>
                  </a:lnTo>
                  <a:lnTo>
                    <a:pt x="3048" y="16764"/>
                  </a:lnTo>
                  <a:lnTo>
                    <a:pt x="3048" y="3060"/>
                  </a:lnTo>
                  <a:close/>
                </a:path>
                <a:path w="6394450" h="17145">
                  <a:moveTo>
                    <a:pt x="6394386" y="0"/>
                  </a:moveTo>
                  <a:lnTo>
                    <a:pt x="6391351" y="0"/>
                  </a:lnTo>
                  <a:lnTo>
                    <a:pt x="6391351" y="3048"/>
                  </a:lnTo>
                  <a:lnTo>
                    <a:pt x="6394386" y="3048"/>
                  </a:lnTo>
                  <a:lnTo>
                    <a:pt x="6394386" y="0"/>
                  </a:lnTo>
                  <a:close/>
                </a:path>
              </a:pathLst>
            </a:custGeom>
            <a:solidFill>
              <a:srgbClr val="9F9F9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4"/>
            <p:cNvSpPr/>
            <p:nvPr/>
          </p:nvSpPr>
          <p:spPr>
            <a:xfrm>
              <a:off x="7200899" y="6231000"/>
              <a:ext cx="3175" cy="13970"/>
            </a:xfrm>
            <a:custGeom>
              <a:avLst/>
              <a:gdLst/>
              <a:ahLst/>
              <a:cxnLst/>
              <a:rect l="l" t="t" r="r" b="b"/>
              <a:pathLst>
                <a:path w="3175" h="13970">
                  <a:moveTo>
                    <a:pt x="3047" y="0"/>
                  </a:moveTo>
                  <a:lnTo>
                    <a:pt x="0" y="0"/>
                  </a:lnTo>
                  <a:lnTo>
                    <a:pt x="0" y="13715"/>
                  </a:lnTo>
                  <a:lnTo>
                    <a:pt x="3047" y="13715"/>
                  </a:lnTo>
                  <a:lnTo>
                    <a:pt x="3047" y="0"/>
                  </a:lnTo>
                  <a:close/>
                </a:path>
              </a:pathLst>
            </a:custGeom>
            <a:solidFill>
              <a:srgbClr val="E2E2E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5"/>
            <p:cNvSpPr/>
            <p:nvPr/>
          </p:nvSpPr>
          <p:spPr>
            <a:xfrm>
              <a:off x="809548" y="6244716"/>
              <a:ext cx="3175" cy="3175"/>
            </a:xfrm>
            <a:custGeom>
              <a:avLst/>
              <a:gdLst/>
              <a:ahLst/>
              <a:cxnLst/>
              <a:rect l="l" t="t" r="r" b="b"/>
              <a:pathLst>
                <a:path w="3175" h="3175">
                  <a:moveTo>
                    <a:pt x="3048" y="0"/>
                  </a:moveTo>
                  <a:lnTo>
                    <a:pt x="0" y="0"/>
                  </a:lnTo>
                  <a:lnTo>
                    <a:pt x="0" y="3047"/>
                  </a:lnTo>
                  <a:lnTo>
                    <a:pt x="3048" y="3047"/>
                  </a:lnTo>
                  <a:lnTo>
                    <a:pt x="3048" y="0"/>
                  </a:lnTo>
                  <a:close/>
                </a:path>
              </a:pathLst>
            </a:custGeom>
            <a:solidFill>
              <a:srgbClr val="9F9F9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6" name="object 16"/>
            <p:cNvSpPr/>
            <p:nvPr/>
          </p:nvSpPr>
          <p:spPr>
            <a:xfrm>
              <a:off x="809548" y="6244729"/>
              <a:ext cx="6394450" cy="3175"/>
            </a:xfrm>
            <a:custGeom>
              <a:avLst/>
              <a:gdLst/>
              <a:ahLst/>
              <a:cxnLst/>
              <a:rect l="l" t="t" r="r" b="b"/>
              <a:pathLst>
                <a:path w="6394450" h="3175">
                  <a:moveTo>
                    <a:pt x="6394386" y="0"/>
                  </a:moveTo>
                  <a:lnTo>
                    <a:pt x="6391402" y="0"/>
                  </a:lnTo>
                  <a:lnTo>
                    <a:pt x="3048" y="0"/>
                  </a:lnTo>
                  <a:lnTo>
                    <a:pt x="0" y="0"/>
                  </a:lnTo>
                  <a:lnTo>
                    <a:pt x="0" y="3035"/>
                  </a:lnTo>
                  <a:lnTo>
                    <a:pt x="3048" y="3035"/>
                  </a:lnTo>
                  <a:lnTo>
                    <a:pt x="6391351" y="3035"/>
                  </a:lnTo>
                  <a:lnTo>
                    <a:pt x="6394386" y="3035"/>
                  </a:lnTo>
                  <a:lnTo>
                    <a:pt x="6394386" y="0"/>
                  </a:lnTo>
                  <a:close/>
                </a:path>
              </a:pathLst>
            </a:custGeom>
            <a:solidFill>
              <a:srgbClr val="E2E2E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7" name="object 17"/>
          <p:cNvSpPr txBox="1"/>
          <p:nvPr/>
        </p:nvSpPr>
        <p:spPr>
          <a:xfrm>
            <a:off x="789228" y="6463664"/>
            <a:ext cx="6288405" cy="71628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1400" b="1" dirty="0">
                <a:solidFill>
                  <a:srgbClr val="3B78D7"/>
                </a:solidFill>
                <a:latin typeface="Times New Roman"/>
                <a:cs typeface="Times New Roman"/>
              </a:rPr>
              <a:t>2.</a:t>
            </a:r>
            <a:r>
              <a:rPr sz="1400" b="1" spc="-5" dirty="0">
                <a:solidFill>
                  <a:srgbClr val="3B78D7"/>
                </a:solidFill>
                <a:latin typeface="Times New Roman"/>
                <a:cs typeface="Times New Roman"/>
              </a:rPr>
              <a:t> </a:t>
            </a:r>
            <a:r>
              <a:rPr sz="1400" b="1" spc="-10" dirty="0">
                <a:solidFill>
                  <a:srgbClr val="3B78D7"/>
                </a:solidFill>
                <a:latin typeface="Times New Roman"/>
                <a:cs typeface="Times New Roman"/>
              </a:rPr>
              <a:t>Objective:</a:t>
            </a:r>
            <a:endParaRPr sz="1400">
              <a:latin typeface="Times New Roman"/>
              <a:cs typeface="Times New Roman"/>
            </a:endParaRPr>
          </a:p>
          <a:p>
            <a:pPr marL="20320" marR="5080">
              <a:lnSpc>
                <a:spcPts val="1380"/>
              </a:lnSpc>
              <a:spcBef>
                <a:spcPts val="1025"/>
              </a:spcBef>
            </a:pPr>
            <a:r>
              <a:rPr sz="1200" i="1" dirty="0">
                <a:latin typeface="Times New Roman"/>
                <a:cs typeface="Times New Roman"/>
              </a:rPr>
              <a:t>(This</a:t>
            </a:r>
            <a:r>
              <a:rPr sz="1200" i="1" spc="-2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section</a:t>
            </a:r>
            <a:r>
              <a:rPr sz="1200" i="1" spc="-1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describes</a:t>
            </a:r>
            <a:r>
              <a:rPr sz="1200" i="1" spc="-1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the</a:t>
            </a:r>
            <a:r>
              <a:rPr sz="1200" i="1" spc="-1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goal</a:t>
            </a:r>
            <a:r>
              <a:rPr sz="1200" i="1" spc="-1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of</a:t>
            </a:r>
            <a:r>
              <a:rPr sz="1200" i="1" spc="-1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the</a:t>
            </a:r>
            <a:r>
              <a:rPr sz="1200" i="1" spc="-1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assignment,</a:t>
            </a:r>
            <a:r>
              <a:rPr sz="1200" i="1" spc="-1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which</a:t>
            </a:r>
            <a:r>
              <a:rPr sz="1200" i="1" spc="-1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is</a:t>
            </a:r>
            <a:r>
              <a:rPr sz="1200" i="1" spc="-1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to</a:t>
            </a:r>
            <a:r>
              <a:rPr sz="1200" i="1" spc="-10" dirty="0">
                <a:latin typeface="Times New Roman"/>
                <a:cs typeface="Times New Roman"/>
              </a:rPr>
              <a:t> implement client-</a:t>
            </a:r>
            <a:r>
              <a:rPr sz="1200" i="1" dirty="0">
                <a:latin typeface="Times New Roman"/>
                <a:cs typeface="Times New Roman"/>
              </a:rPr>
              <a:t>side</a:t>
            </a:r>
            <a:r>
              <a:rPr sz="1200" i="1" spc="-15" dirty="0">
                <a:latin typeface="Times New Roman"/>
                <a:cs typeface="Times New Roman"/>
              </a:rPr>
              <a:t> </a:t>
            </a:r>
            <a:r>
              <a:rPr sz="1200" i="1" spc="-10" dirty="0">
                <a:latin typeface="Times New Roman"/>
                <a:cs typeface="Times New Roman"/>
              </a:rPr>
              <a:t>interactivity, </a:t>
            </a:r>
            <a:r>
              <a:rPr sz="1200" i="1" spc="-20" dirty="0">
                <a:latin typeface="Times New Roman"/>
                <a:cs typeface="Times New Roman"/>
              </a:rPr>
              <a:t>form </a:t>
            </a:r>
            <a:r>
              <a:rPr sz="1200" i="1" dirty="0">
                <a:latin typeface="Times New Roman"/>
                <a:cs typeface="Times New Roman"/>
              </a:rPr>
              <a:t>validation,</a:t>
            </a:r>
            <a:r>
              <a:rPr sz="1200" i="1" spc="-3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and</a:t>
            </a:r>
            <a:r>
              <a:rPr sz="1200" i="1" spc="-3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dynamic</a:t>
            </a:r>
            <a:r>
              <a:rPr sz="1200" i="1" spc="-3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table</a:t>
            </a:r>
            <a:r>
              <a:rPr sz="1200" i="1" spc="-3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updates</a:t>
            </a:r>
            <a:r>
              <a:rPr sz="1200" i="1" spc="-3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using</a:t>
            </a:r>
            <a:r>
              <a:rPr sz="1200" i="1" spc="-30" dirty="0">
                <a:latin typeface="Times New Roman"/>
                <a:cs typeface="Times New Roman"/>
              </a:rPr>
              <a:t> </a:t>
            </a:r>
            <a:r>
              <a:rPr sz="1200" i="1" spc="-10" dirty="0">
                <a:latin typeface="Times New Roman"/>
                <a:cs typeface="Times New Roman"/>
              </a:rPr>
              <a:t>JavaScript.)</a:t>
            </a:r>
            <a:endParaRPr sz="1200">
              <a:latin typeface="Times New Roman"/>
              <a:cs typeface="Times New Roman"/>
            </a:endParaRPr>
          </a:p>
        </p:txBody>
      </p:sp>
      <p:grpSp>
        <p:nvGrpSpPr>
          <p:cNvPr id="18" name="object 18"/>
          <p:cNvGrpSpPr/>
          <p:nvPr/>
        </p:nvGrpSpPr>
        <p:grpSpPr>
          <a:xfrm>
            <a:off x="801369" y="7613650"/>
            <a:ext cx="6402705" cy="20955"/>
            <a:chOff x="801369" y="7613650"/>
            <a:chExt cx="6402705" cy="20955"/>
          </a:xfrm>
        </p:grpSpPr>
        <p:sp>
          <p:nvSpPr>
            <p:cNvPr id="19" name="object 19"/>
            <p:cNvSpPr/>
            <p:nvPr/>
          </p:nvSpPr>
          <p:spPr>
            <a:xfrm>
              <a:off x="801370" y="7613649"/>
              <a:ext cx="6400800" cy="20320"/>
            </a:xfrm>
            <a:custGeom>
              <a:avLst/>
              <a:gdLst/>
              <a:ahLst/>
              <a:cxnLst/>
              <a:rect l="l" t="t" r="r" b="b"/>
              <a:pathLst>
                <a:path w="6400800" h="20320">
                  <a:moveTo>
                    <a:pt x="6400800" y="0"/>
                  </a:moveTo>
                  <a:lnTo>
                    <a:pt x="0" y="0"/>
                  </a:lnTo>
                  <a:lnTo>
                    <a:pt x="0" y="20320"/>
                  </a:lnTo>
                  <a:lnTo>
                    <a:pt x="6400800" y="20320"/>
                  </a:lnTo>
                  <a:lnTo>
                    <a:pt x="6400800" y="0"/>
                  </a:lnTo>
                  <a:close/>
                </a:path>
              </a:pathLst>
            </a:custGeom>
            <a:solidFill>
              <a:srgbClr val="9F9F9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0" name="object 20"/>
            <p:cNvSpPr/>
            <p:nvPr/>
          </p:nvSpPr>
          <p:spPr>
            <a:xfrm>
              <a:off x="7200899" y="7614792"/>
              <a:ext cx="3175" cy="3175"/>
            </a:xfrm>
            <a:custGeom>
              <a:avLst/>
              <a:gdLst/>
              <a:ahLst/>
              <a:cxnLst/>
              <a:rect l="l" t="t" r="r" b="b"/>
              <a:pathLst>
                <a:path w="3175" h="3175">
                  <a:moveTo>
                    <a:pt x="3047" y="0"/>
                  </a:moveTo>
                  <a:lnTo>
                    <a:pt x="0" y="0"/>
                  </a:lnTo>
                  <a:lnTo>
                    <a:pt x="0" y="3048"/>
                  </a:lnTo>
                  <a:lnTo>
                    <a:pt x="3047" y="3048"/>
                  </a:lnTo>
                  <a:lnTo>
                    <a:pt x="3047" y="0"/>
                  </a:lnTo>
                  <a:close/>
                </a:path>
              </a:pathLst>
            </a:custGeom>
            <a:solidFill>
              <a:srgbClr val="E2E2E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1" name="object 21"/>
            <p:cNvSpPr/>
            <p:nvPr/>
          </p:nvSpPr>
          <p:spPr>
            <a:xfrm>
              <a:off x="801928" y="7614792"/>
              <a:ext cx="6402070" cy="17145"/>
            </a:xfrm>
            <a:custGeom>
              <a:avLst/>
              <a:gdLst/>
              <a:ahLst/>
              <a:cxnLst/>
              <a:rect l="l" t="t" r="r" b="b"/>
              <a:pathLst>
                <a:path w="6402070" h="17145">
                  <a:moveTo>
                    <a:pt x="3048" y="3048"/>
                  </a:moveTo>
                  <a:lnTo>
                    <a:pt x="0" y="3048"/>
                  </a:lnTo>
                  <a:lnTo>
                    <a:pt x="0" y="16764"/>
                  </a:lnTo>
                  <a:lnTo>
                    <a:pt x="3048" y="16764"/>
                  </a:lnTo>
                  <a:lnTo>
                    <a:pt x="3048" y="3048"/>
                  </a:lnTo>
                  <a:close/>
                </a:path>
                <a:path w="6402070" h="17145">
                  <a:moveTo>
                    <a:pt x="6402006" y="0"/>
                  </a:moveTo>
                  <a:lnTo>
                    <a:pt x="6398971" y="0"/>
                  </a:lnTo>
                  <a:lnTo>
                    <a:pt x="6398971" y="3048"/>
                  </a:lnTo>
                  <a:lnTo>
                    <a:pt x="6402006" y="3048"/>
                  </a:lnTo>
                  <a:lnTo>
                    <a:pt x="6402006" y="0"/>
                  </a:lnTo>
                  <a:close/>
                </a:path>
              </a:pathLst>
            </a:custGeom>
            <a:solidFill>
              <a:srgbClr val="9F9F9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2" name="object 22"/>
            <p:cNvSpPr/>
            <p:nvPr/>
          </p:nvSpPr>
          <p:spPr>
            <a:xfrm>
              <a:off x="7200899" y="7617841"/>
              <a:ext cx="3175" cy="13970"/>
            </a:xfrm>
            <a:custGeom>
              <a:avLst/>
              <a:gdLst/>
              <a:ahLst/>
              <a:cxnLst/>
              <a:rect l="l" t="t" r="r" b="b"/>
              <a:pathLst>
                <a:path w="3175" h="13970">
                  <a:moveTo>
                    <a:pt x="3047" y="0"/>
                  </a:moveTo>
                  <a:lnTo>
                    <a:pt x="0" y="0"/>
                  </a:lnTo>
                  <a:lnTo>
                    <a:pt x="0" y="13716"/>
                  </a:lnTo>
                  <a:lnTo>
                    <a:pt x="3047" y="13716"/>
                  </a:lnTo>
                  <a:lnTo>
                    <a:pt x="3047" y="0"/>
                  </a:lnTo>
                  <a:close/>
                </a:path>
              </a:pathLst>
            </a:custGeom>
            <a:solidFill>
              <a:srgbClr val="E2E2E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3" name="object 23"/>
            <p:cNvSpPr/>
            <p:nvPr/>
          </p:nvSpPr>
          <p:spPr>
            <a:xfrm>
              <a:off x="801928" y="7631557"/>
              <a:ext cx="3175" cy="3175"/>
            </a:xfrm>
            <a:custGeom>
              <a:avLst/>
              <a:gdLst/>
              <a:ahLst/>
              <a:cxnLst/>
              <a:rect l="l" t="t" r="r" b="b"/>
              <a:pathLst>
                <a:path w="3175" h="3175">
                  <a:moveTo>
                    <a:pt x="3048" y="0"/>
                  </a:moveTo>
                  <a:lnTo>
                    <a:pt x="0" y="0"/>
                  </a:lnTo>
                  <a:lnTo>
                    <a:pt x="0" y="3047"/>
                  </a:lnTo>
                  <a:lnTo>
                    <a:pt x="3048" y="3047"/>
                  </a:lnTo>
                  <a:lnTo>
                    <a:pt x="3048" y="0"/>
                  </a:lnTo>
                  <a:close/>
                </a:path>
              </a:pathLst>
            </a:custGeom>
            <a:solidFill>
              <a:srgbClr val="9F9F9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4" name="object 24"/>
            <p:cNvSpPr/>
            <p:nvPr/>
          </p:nvSpPr>
          <p:spPr>
            <a:xfrm>
              <a:off x="801928" y="7631569"/>
              <a:ext cx="6402070" cy="3175"/>
            </a:xfrm>
            <a:custGeom>
              <a:avLst/>
              <a:gdLst/>
              <a:ahLst/>
              <a:cxnLst/>
              <a:rect l="l" t="t" r="r" b="b"/>
              <a:pathLst>
                <a:path w="6402070" h="3175">
                  <a:moveTo>
                    <a:pt x="6402006" y="0"/>
                  </a:moveTo>
                  <a:lnTo>
                    <a:pt x="6399022" y="0"/>
                  </a:lnTo>
                  <a:lnTo>
                    <a:pt x="3048" y="0"/>
                  </a:lnTo>
                  <a:lnTo>
                    <a:pt x="0" y="0"/>
                  </a:lnTo>
                  <a:lnTo>
                    <a:pt x="0" y="3035"/>
                  </a:lnTo>
                  <a:lnTo>
                    <a:pt x="3048" y="3035"/>
                  </a:lnTo>
                  <a:lnTo>
                    <a:pt x="6398971" y="3035"/>
                  </a:lnTo>
                  <a:lnTo>
                    <a:pt x="6402006" y="3035"/>
                  </a:lnTo>
                  <a:lnTo>
                    <a:pt x="6402006" y="0"/>
                  </a:lnTo>
                  <a:close/>
                </a:path>
              </a:pathLst>
            </a:custGeom>
            <a:solidFill>
              <a:srgbClr val="E2E2E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5" name="object 25"/>
          <p:cNvSpPr txBox="1"/>
          <p:nvPr/>
        </p:nvSpPr>
        <p:spPr>
          <a:xfrm>
            <a:off x="748080" y="7689064"/>
            <a:ext cx="5963285" cy="1390015"/>
          </a:xfrm>
          <a:prstGeom prst="rect">
            <a:avLst/>
          </a:prstGeom>
        </p:spPr>
        <p:txBody>
          <a:bodyPr vert="horz" wrap="square" lIns="0" tIns="92710" rIns="0" bIns="0" rtlCol="0">
            <a:spAutoFit/>
          </a:bodyPr>
          <a:lstStyle/>
          <a:p>
            <a:pPr marL="146050" indent="-136525">
              <a:lnSpc>
                <a:spcPct val="100000"/>
              </a:lnSpc>
              <a:spcBef>
                <a:spcPts val="730"/>
              </a:spcBef>
              <a:buSzPct val="92857"/>
              <a:buAutoNum type="arabicPeriod" startAt="3"/>
              <a:tabLst>
                <a:tab pos="146050" algn="l"/>
              </a:tabLst>
            </a:pPr>
            <a:r>
              <a:rPr sz="1400" b="1" spc="-10" dirty="0">
                <a:solidFill>
                  <a:srgbClr val="3B78D7"/>
                </a:solidFill>
                <a:latin typeface="Times New Roman"/>
                <a:cs typeface="Times New Roman"/>
              </a:rPr>
              <a:t>Requirements:</a:t>
            </a:r>
            <a:endParaRPr sz="1400">
              <a:latin typeface="Times New Roman"/>
              <a:cs typeface="Times New Roman"/>
            </a:endParaRPr>
          </a:p>
          <a:p>
            <a:pPr marL="60960">
              <a:lnSpc>
                <a:spcPct val="100000"/>
              </a:lnSpc>
              <a:spcBef>
                <a:spcPts val="535"/>
              </a:spcBef>
            </a:pPr>
            <a:r>
              <a:rPr sz="1200" i="1" dirty="0">
                <a:latin typeface="Times New Roman"/>
                <a:cs typeface="Times New Roman"/>
              </a:rPr>
              <a:t>(This</a:t>
            </a:r>
            <a:r>
              <a:rPr sz="1200" i="1" spc="-2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section</a:t>
            </a:r>
            <a:r>
              <a:rPr sz="1200" i="1" spc="-1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lists</a:t>
            </a:r>
            <a:r>
              <a:rPr sz="1200" i="1" spc="-1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the</a:t>
            </a:r>
            <a:r>
              <a:rPr sz="1200" i="1" spc="-1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JavaScript</a:t>
            </a:r>
            <a:r>
              <a:rPr sz="1200" i="1" spc="-5" dirty="0">
                <a:latin typeface="Times New Roman"/>
                <a:cs typeface="Times New Roman"/>
              </a:rPr>
              <a:t> </a:t>
            </a:r>
            <a:r>
              <a:rPr sz="1200" i="1" spc="-10" dirty="0">
                <a:latin typeface="Times New Roman"/>
                <a:cs typeface="Times New Roman"/>
              </a:rPr>
              <a:t>functionalities</a:t>
            </a:r>
            <a:r>
              <a:rPr sz="1200" i="1" spc="-1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that</a:t>
            </a:r>
            <a:r>
              <a:rPr sz="1200" i="1" spc="-1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must</a:t>
            </a:r>
            <a:r>
              <a:rPr sz="1200" i="1" spc="-1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be</a:t>
            </a:r>
            <a:r>
              <a:rPr sz="1200" i="1" spc="-15" dirty="0">
                <a:latin typeface="Times New Roman"/>
                <a:cs typeface="Times New Roman"/>
              </a:rPr>
              <a:t> </a:t>
            </a:r>
            <a:r>
              <a:rPr sz="1200" i="1" spc="-10" dirty="0">
                <a:latin typeface="Times New Roman"/>
                <a:cs typeface="Times New Roman"/>
              </a:rPr>
              <a:t>implemented </a:t>
            </a:r>
            <a:r>
              <a:rPr sz="1200" i="1" dirty="0">
                <a:latin typeface="Times New Roman"/>
                <a:cs typeface="Times New Roman"/>
              </a:rPr>
              <a:t>in</a:t>
            </a:r>
            <a:r>
              <a:rPr sz="1200" i="1" spc="-1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the</a:t>
            </a:r>
            <a:r>
              <a:rPr sz="1200" i="1" spc="-10" dirty="0">
                <a:latin typeface="Times New Roman"/>
                <a:cs typeface="Times New Roman"/>
              </a:rPr>
              <a:t> project.)</a:t>
            </a:r>
            <a:endParaRPr sz="12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spcBef>
                <a:spcPts val="365"/>
              </a:spcBef>
            </a:pPr>
            <a:endParaRPr sz="1200">
              <a:latin typeface="Times New Roman"/>
              <a:cs typeface="Times New Roman"/>
            </a:endParaRPr>
          </a:p>
          <a:p>
            <a:pPr marL="304165" lvl="1" indent="-246379">
              <a:lnSpc>
                <a:spcPct val="100000"/>
              </a:lnSpc>
              <a:spcBef>
                <a:spcPts val="5"/>
              </a:spcBef>
              <a:buAutoNum type="arabicPeriod"/>
              <a:tabLst>
                <a:tab pos="304165" algn="l"/>
              </a:tabLst>
            </a:pPr>
            <a:r>
              <a:rPr sz="1300" b="1" dirty="0">
                <a:latin typeface="Times New Roman"/>
                <a:cs typeface="Times New Roman"/>
              </a:rPr>
              <a:t>Form</a:t>
            </a:r>
            <a:r>
              <a:rPr sz="1300" b="1" spc="-25" dirty="0">
                <a:latin typeface="Times New Roman"/>
                <a:cs typeface="Times New Roman"/>
              </a:rPr>
              <a:t> </a:t>
            </a:r>
            <a:r>
              <a:rPr sz="1300" b="1" spc="-10" dirty="0">
                <a:latin typeface="Times New Roman"/>
                <a:cs typeface="Times New Roman"/>
              </a:rPr>
              <a:t>Validation:</a:t>
            </a:r>
            <a:endParaRPr sz="1300">
              <a:latin typeface="Times New Roman"/>
              <a:cs typeface="Times New Roman"/>
            </a:endParaRPr>
          </a:p>
          <a:p>
            <a:pPr marL="151130" marR="5080">
              <a:lnSpc>
                <a:spcPts val="1380"/>
              </a:lnSpc>
              <a:spcBef>
                <a:spcPts val="420"/>
              </a:spcBef>
            </a:pPr>
            <a:r>
              <a:rPr sz="1200" i="1" dirty="0">
                <a:latin typeface="Times New Roman"/>
                <a:cs typeface="Times New Roman"/>
              </a:rPr>
              <a:t>(Validate</a:t>
            </a:r>
            <a:r>
              <a:rPr sz="1200" i="1" spc="-3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all</a:t>
            </a:r>
            <a:r>
              <a:rPr sz="1200" i="1" spc="-3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required</a:t>
            </a:r>
            <a:r>
              <a:rPr sz="1200" i="1" spc="-2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fields</a:t>
            </a:r>
            <a:r>
              <a:rPr sz="1200" i="1" spc="-3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using</a:t>
            </a:r>
            <a:r>
              <a:rPr sz="1200" i="1" spc="-2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JavaScript</a:t>
            </a:r>
            <a:r>
              <a:rPr sz="1200" i="1" spc="-2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and</a:t>
            </a:r>
            <a:r>
              <a:rPr sz="1200" i="1" spc="-2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ensure</a:t>
            </a:r>
            <a:r>
              <a:rPr sz="1200" i="1" spc="-3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that</a:t>
            </a:r>
            <a:r>
              <a:rPr sz="1200" i="1" spc="-2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incorrect</a:t>
            </a:r>
            <a:r>
              <a:rPr sz="1200" i="1" spc="-3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or</a:t>
            </a:r>
            <a:r>
              <a:rPr sz="1200" i="1" spc="-3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empty</a:t>
            </a:r>
            <a:r>
              <a:rPr sz="1200" i="1" spc="-3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inputs</a:t>
            </a:r>
            <a:r>
              <a:rPr sz="1200" i="1" spc="-3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are</a:t>
            </a:r>
            <a:r>
              <a:rPr sz="1200" i="1" spc="-30" dirty="0">
                <a:latin typeface="Times New Roman"/>
                <a:cs typeface="Times New Roman"/>
              </a:rPr>
              <a:t> </a:t>
            </a:r>
            <a:r>
              <a:rPr sz="1200" i="1" spc="-25" dirty="0">
                <a:latin typeface="Times New Roman"/>
                <a:cs typeface="Times New Roman"/>
              </a:rPr>
              <a:t>not </a:t>
            </a:r>
            <a:r>
              <a:rPr sz="1200" i="1" spc="-10" dirty="0">
                <a:latin typeface="Times New Roman"/>
                <a:cs typeface="Times New Roman"/>
              </a:rPr>
              <a:t>submitted.)</a:t>
            </a:r>
            <a:endParaRPr sz="1200">
              <a:latin typeface="Times New Roman"/>
              <a:cs typeface="Times New Roman"/>
            </a:endParaRPr>
          </a:p>
        </p:txBody>
      </p:sp>
      <p:grpSp>
        <p:nvGrpSpPr>
          <p:cNvPr id="26" name="object 26"/>
          <p:cNvGrpSpPr/>
          <p:nvPr/>
        </p:nvGrpSpPr>
        <p:grpSpPr>
          <a:xfrm>
            <a:off x="806450" y="9537064"/>
            <a:ext cx="6399530" cy="21590"/>
            <a:chOff x="806450" y="9537064"/>
            <a:chExt cx="6399530" cy="21590"/>
          </a:xfrm>
        </p:grpSpPr>
        <p:sp>
          <p:nvSpPr>
            <p:cNvPr id="27" name="object 27"/>
            <p:cNvSpPr/>
            <p:nvPr/>
          </p:nvSpPr>
          <p:spPr>
            <a:xfrm>
              <a:off x="806450" y="9537064"/>
              <a:ext cx="6397625" cy="19685"/>
            </a:xfrm>
            <a:custGeom>
              <a:avLst/>
              <a:gdLst/>
              <a:ahLst/>
              <a:cxnLst/>
              <a:rect l="l" t="t" r="r" b="b"/>
              <a:pathLst>
                <a:path w="6397625" h="19684">
                  <a:moveTo>
                    <a:pt x="6397625" y="0"/>
                  </a:moveTo>
                  <a:lnTo>
                    <a:pt x="0" y="0"/>
                  </a:lnTo>
                  <a:lnTo>
                    <a:pt x="0" y="19685"/>
                  </a:lnTo>
                  <a:lnTo>
                    <a:pt x="6397625" y="19685"/>
                  </a:lnTo>
                  <a:lnTo>
                    <a:pt x="6397625" y="0"/>
                  </a:lnTo>
                  <a:close/>
                </a:path>
              </a:pathLst>
            </a:custGeom>
            <a:solidFill>
              <a:srgbClr val="9F9F9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8" name="object 28"/>
            <p:cNvSpPr/>
            <p:nvPr/>
          </p:nvSpPr>
          <p:spPr>
            <a:xfrm>
              <a:off x="7202423" y="9538410"/>
              <a:ext cx="3175" cy="3175"/>
            </a:xfrm>
            <a:custGeom>
              <a:avLst/>
              <a:gdLst/>
              <a:ahLst/>
              <a:cxnLst/>
              <a:rect l="l" t="t" r="r" b="b"/>
              <a:pathLst>
                <a:path w="3175" h="3175">
                  <a:moveTo>
                    <a:pt x="3047" y="0"/>
                  </a:moveTo>
                  <a:lnTo>
                    <a:pt x="0" y="0"/>
                  </a:lnTo>
                  <a:lnTo>
                    <a:pt x="0" y="3047"/>
                  </a:lnTo>
                  <a:lnTo>
                    <a:pt x="3047" y="3047"/>
                  </a:lnTo>
                  <a:lnTo>
                    <a:pt x="3047" y="0"/>
                  </a:lnTo>
                  <a:close/>
                </a:path>
              </a:pathLst>
            </a:custGeom>
            <a:solidFill>
              <a:srgbClr val="E2E2E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9" name="object 29"/>
            <p:cNvSpPr/>
            <p:nvPr/>
          </p:nvSpPr>
          <p:spPr>
            <a:xfrm>
              <a:off x="806500" y="9538423"/>
              <a:ext cx="6399530" cy="17145"/>
            </a:xfrm>
            <a:custGeom>
              <a:avLst/>
              <a:gdLst/>
              <a:ahLst/>
              <a:cxnLst/>
              <a:rect l="l" t="t" r="r" b="b"/>
              <a:pathLst>
                <a:path w="6399530" h="17145">
                  <a:moveTo>
                    <a:pt x="3048" y="3035"/>
                  </a:moveTo>
                  <a:lnTo>
                    <a:pt x="0" y="3035"/>
                  </a:lnTo>
                  <a:lnTo>
                    <a:pt x="0" y="16751"/>
                  </a:lnTo>
                  <a:lnTo>
                    <a:pt x="3048" y="16751"/>
                  </a:lnTo>
                  <a:lnTo>
                    <a:pt x="3048" y="3035"/>
                  </a:lnTo>
                  <a:close/>
                </a:path>
                <a:path w="6399530" h="17145">
                  <a:moveTo>
                    <a:pt x="6398958" y="0"/>
                  </a:moveTo>
                  <a:lnTo>
                    <a:pt x="6395923" y="0"/>
                  </a:lnTo>
                  <a:lnTo>
                    <a:pt x="6395923" y="3035"/>
                  </a:lnTo>
                  <a:lnTo>
                    <a:pt x="6398958" y="3035"/>
                  </a:lnTo>
                  <a:lnTo>
                    <a:pt x="6398958" y="0"/>
                  </a:lnTo>
                  <a:close/>
                </a:path>
              </a:pathLst>
            </a:custGeom>
            <a:solidFill>
              <a:srgbClr val="9F9F9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0" name="object 30"/>
            <p:cNvSpPr/>
            <p:nvPr/>
          </p:nvSpPr>
          <p:spPr>
            <a:xfrm>
              <a:off x="7202423" y="9541458"/>
              <a:ext cx="3175" cy="13970"/>
            </a:xfrm>
            <a:custGeom>
              <a:avLst/>
              <a:gdLst/>
              <a:ahLst/>
              <a:cxnLst/>
              <a:rect l="l" t="t" r="r" b="b"/>
              <a:pathLst>
                <a:path w="3175" h="13970">
                  <a:moveTo>
                    <a:pt x="3047" y="0"/>
                  </a:moveTo>
                  <a:lnTo>
                    <a:pt x="0" y="0"/>
                  </a:lnTo>
                  <a:lnTo>
                    <a:pt x="0" y="13716"/>
                  </a:lnTo>
                  <a:lnTo>
                    <a:pt x="3047" y="13716"/>
                  </a:lnTo>
                  <a:lnTo>
                    <a:pt x="3047" y="0"/>
                  </a:lnTo>
                  <a:close/>
                </a:path>
              </a:pathLst>
            </a:custGeom>
            <a:solidFill>
              <a:srgbClr val="E2E2E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1" name="object 31"/>
            <p:cNvSpPr/>
            <p:nvPr/>
          </p:nvSpPr>
          <p:spPr>
            <a:xfrm>
              <a:off x="806500" y="9555173"/>
              <a:ext cx="3175" cy="3175"/>
            </a:xfrm>
            <a:custGeom>
              <a:avLst/>
              <a:gdLst/>
              <a:ahLst/>
              <a:cxnLst/>
              <a:rect l="l" t="t" r="r" b="b"/>
              <a:pathLst>
                <a:path w="3175" h="3175">
                  <a:moveTo>
                    <a:pt x="3048" y="0"/>
                  </a:moveTo>
                  <a:lnTo>
                    <a:pt x="0" y="0"/>
                  </a:lnTo>
                  <a:lnTo>
                    <a:pt x="0" y="3048"/>
                  </a:lnTo>
                  <a:lnTo>
                    <a:pt x="3048" y="3048"/>
                  </a:lnTo>
                  <a:lnTo>
                    <a:pt x="3048" y="0"/>
                  </a:lnTo>
                  <a:close/>
                </a:path>
              </a:pathLst>
            </a:custGeom>
            <a:solidFill>
              <a:srgbClr val="9F9F9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2" name="object 32"/>
            <p:cNvSpPr/>
            <p:nvPr/>
          </p:nvSpPr>
          <p:spPr>
            <a:xfrm>
              <a:off x="806500" y="9555174"/>
              <a:ext cx="6399530" cy="3175"/>
            </a:xfrm>
            <a:custGeom>
              <a:avLst/>
              <a:gdLst/>
              <a:ahLst/>
              <a:cxnLst/>
              <a:rect l="l" t="t" r="r" b="b"/>
              <a:pathLst>
                <a:path w="6399530" h="3175">
                  <a:moveTo>
                    <a:pt x="6398958" y="0"/>
                  </a:moveTo>
                  <a:lnTo>
                    <a:pt x="6395974" y="0"/>
                  </a:lnTo>
                  <a:lnTo>
                    <a:pt x="3048" y="0"/>
                  </a:lnTo>
                  <a:lnTo>
                    <a:pt x="0" y="0"/>
                  </a:lnTo>
                  <a:lnTo>
                    <a:pt x="0" y="3048"/>
                  </a:lnTo>
                  <a:lnTo>
                    <a:pt x="3048" y="3048"/>
                  </a:lnTo>
                  <a:lnTo>
                    <a:pt x="6395923" y="3048"/>
                  </a:lnTo>
                  <a:lnTo>
                    <a:pt x="6398958" y="3048"/>
                  </a:lnTo>
                  <a:lnTo>
                    <a:pt x="6398958" y="0"/>
                  </a:lnTo>
                  <a:close/>
                </a:path>
              </a:pathLst>
            </a:custGeom>
            <a:solidFill>
              <a:srgbClr val="E2E2E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pic>
        <p:nvPicPr>
          <p:cNvPr id="33" name="object 3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597150" y="428624"/>
            <a:ext cx="1268095" cy="571246"/>
          </a:xfrm>
          <a:prstGeom prst="rect">
            <a:avLst/>
          </a:prstGeom>
        </p:spPr>
      </p:pic>
      <p:pic>
        <p:nvPicPr>
          <p:cNvPr id="34" name="object 34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701675" y="528319"/>
            <a:ext cx="1495933" cy="370204"/>
          </a:xfrm>
          <a:prstGeom prst="rect">
            <a:avLst/>
          </a:prstGeom>
        </p:spPr>
      </p:pic>
      <p:pic>
        <p:nvPicPr>
          <p:cNvPr id="35" name="object 35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5797550" y="514349"/>
            <a:ext cx="1074407" cy="401954"/>
          </a:xfrm>
          <a:prstGeom prst="rect">
            <a:avLst/>
          </a:prstGeom>
        </p:spPr>
      </p:pic>
      <p:pic>
        <p:nvPicPr>
          <p:cNvPr id="36" name="object 36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4264025" y="495337"/>
            <a:ext cx="996314" cy="43417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4268470" y="655992"/>
            <a:ext cx="996314" cy="434174"/>
          </a:xfrm>
          <a:prstGeom prst="rect">
            <a:avLst/>
          </a:prstGeom>
        </p:spPr>
      </p:pic>
      <p:pic>
        <p:nvPicPr>
          <p:cNvPr id="3" name="object 3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5883275" y="675004"/>
            <a:ext cx="1074407" cy="401954"/>
          </a:xfrm>
          <a:prstGeom prst="rect">
            <a:avLst/>
          </a:prstGeom>
        </p:spPr>
      </p:pic>
      <p:sp>
        <p:nvSpPr>
          <p:cNvPr id="4" name="object 4"/>
          <p:cNvSpPr txBox="1"/>
          <p:nvPr/>
        </p:nvSpPr>
        <p:spPr>
          <a:xfrm>
            <a:off x="789228" y="1515224"/>
            <a:ext cx="5196205" cy="492759"/>
          </a:xfrm>
          <a:prstGeom prst="rect">
            <a:avLst/>
          </a:prstGeom>
        </p:spPr>
        <p:txBody>
          <a:bodyPr vert="horz" wrap="square" lIns="0" tIns="5715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450"/>
              </a:spcBef>
            </a:pPr>
            <a:r>
              <a:rPr sz="1300" b="1" dirty="0">
                <a:latin typeface="Times New Roman"/>
                <a:cs typeface="Times New Roman"/>
              </a:rPr>
              <a:t>3.2</a:t>
            </a:r>
            <a:r>
              <a:rPr sz="1300" b="1" spc="-55" dirty="0">
                <a:latin typeface="Times New Roman"/>
                <a:cs typeface="Times New Roman"/>
              </a:rPr>
              <a:t> </a:t>
            </a:r>
            <a:r>
              <a:rPr sz="1300" b="1" dirty="0">
                <a:latin typeface="Times New Roman"/>
                <a:cs typeface="Times New Roman"/>
              </a:rPr>
              <a:t>Confirmation</a:t>
            </a:r>
            <a:r>
              <a:rPr sz="1300" b="1" spc="-45" dirty="0">
                <a:latin typeface="Times New Roman"/>
                <a:cs typeface="Times New Roman"/>
              </a:rPr>
              <a:t> </a:t>
            </a:r>
            <a:r>
              <a:rPr sz="1300" b="1" dirty="0">
                <a:latin typeface="Times New Roman"/>
                <a:cs typeface="Times New Roman"/>
              </a:rPr>
              <a:t>Checkbox</a:t>
            </a:r>
            <a:r>
              <a:rPr sz="1300" b="1" spc="-55" dirty="0">
                <a:latin typeface="Times New Roman"/>
                <a:cs typeface="Times New Roman"/>
              </a:rPr>
              <a:t> </a:t>
            </a:r>
            <a:r>
              <a:rPr sz="1300" b="1" spc="-10" dirty="0">
                <a:latin typeface="Times New Roman"/>
                <a:cs typeface="Times New Roman"/>
              </a:rPr>
              <a:t>Validation:</a:t>
            </a:r>
            <a:endParaRPr sz="1300">
              <a:latin typeface="Times New Roman"/>
              <a:cs typeface="Times New Roman"/>
            </a:endParaRPr>
          </a:p>
          <a:p>
            <a:pPr marL="58419">
              <a:lnSpc>
                <a:spcPct val="100000"/>
              </a:lnSpc>
              <a:spcBef>
                <a:spcPts val="330"/>
              </a:spcBef>
            </a:pPr>
            <a:r>
              <a:rPr sz="1200" i="1" dirty="0">
                <a:latin typeface="Times New Roman"/>
                <a:cs typeface="Times New Roman"/>
              </a:rPr>
              <a:t>(Ensure</a:t>
            </a:r>
            <a:r>
              <a:rPr sz="1200" i="1" spc="-3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that</a:t>
            </a:r>
            <a:r>
              <a:rPr sz="1200" i="1" spc="-2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the</a:t>
            </a:r>
            <a:r>
              <a:rPr sz="1200" i="1" spc="-3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declaration</a:t>
            </a:r>
            <a:r>
              <a:rPr sz="1200" i="1" spc="-2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checkbox</a:t>
            </a:r>
            <a:r>
              <a:rPr sz="1200" i="1" spc="-3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is</a:t>
            </a:r>
            <a:r>
              <a:rPr sz="1200" i="1" spc="-3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selected</a:t>
            </a:r>
            <a:r>
              <a:rPr sz="1200" i="1" spc="-2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before</a:t>
            </a:r>
            <a:r>
              <a:rPr sz="1200" i="1" spc="-2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allowing</a:t>
            </a:r>
            <a:r>
              <a:rPr sz="1200" i="1" spc="-3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form</a:t>
            </a:r>
            <a:r>
              <a:rPr sz="1200" i="1" spc="-30" dirty="0">
                <a:latin typeface="Times New Roman"/>
                <a:cs typeface="Times New Roman"/>
              </a:rPr>
              <a:t> </a:t>
            </a:r>
            <a:r>
              <a:rPr sz="1200" i="1" spc="-10" dirty="0">
                <a:latin typeface="Times New Roman"/>
                <a:cs typeface="Times New Roman"/>
              </a:rPr>
              <a:t>submission.)</a:t>
            </a:r>
            <a:endParaRPr sz="1200">
              <a:latin typeface="Times New Roman"/>
              <a:cs typeface="Times New Roman"/>
            </a:endParaRPr>
          </a:p>
        </p:txBody>
      </p:sp>
      <p:grpSp>
        <p:nvGrpSpPr>
          <p:cNvPr id="5" name="object 5"/>
          <p:cNvGrpSpPr/>
          <p:nvPr/>
        </p:nvGrpSpPr>
        <p:grpSpPr>
          <a:xfrm>
            <a:off x="801369" y="2490469"/>
            <a:ext cx="6402705" cy="20320"/>
            <a:chOff x="801369" y="2490469"/>
            <a:chExt cx="6402705" cy="20320"/>
          </a:xfrm>
        </p:grpSpPr>
        <p:sp>
          <p:nvSpPr>
            <p:cNvPr id="6" name="object 6"/>
            <p:cNvSpPr/>
            <p:nvPr/>
          </p:nvSpPr>
          <p:spPr>
            <a:xfrm>
              <a:off x="801370" y="2490482"/>
              <a:ext cx="6400800" cy="19685"/>
            </a:xfrm>
            <a:custGeom>
              <a:avLst/>
              <a:gdLst/>
              <a:ahLst/>
              <a:cxnLst/>
              <a:rect l="l" t="t" r="r" b="b"/>
              <a:pathLst>
                <a:path w="6400800" h="19685">
                  <a:moveTo>
                    <a:pt x="6400800" y="0"/>
                  </a:moveTo>
                  <a:lnTo>
                    <a:pt x="6399581" y="0"/>
                  </a:lnTo>
                  <a:lnTo>
                    <a:pt x="3606" y="0"/>
                  </a:lnTo>
                  <a:lnTo>
                    <a:pt x="558" y="0"/>
                  </a:lnTo>
                  <a:lnTo>
                    <a:pt x="0" y="0"/>
                  </a:lnTo>
                  <a:lnTo>
                    <a:pt x="0" y="19672"/>
                  </a:lnTo>
                  <a:lnTo>
                    <a:pt x="6400800" y="19672"/>
                  </a:lnTo>
                  <a:lnTo>
                    <a:pt x="6400800" y="0"/>
                  </a:lnTo>
                  <a:close/>
                </a:path>
              </a:pathLst>
            </a:custGeom>
            <a:solidFill>
              <a:srgbClr val="9F9F9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7200899" y="2490469"/>
              <a:ext cx="3175" cy="3175"/>
            </a:xfrm>
            <a:custGeom>
              <a:avLst/>
              <a:gdLst/>
              <a:ahLst/>
              <a:cxnLst/>
              <a:rect l="l" t="t" r="r" b="b"/>
              <a:pathLst>
                <a:path w="3175" h="3175">
                  <a:moveTo>
                    <a:pt x="3047" y="0"/>
                  </a:moveTo>
                  <a:lnTo>
                    <a:pt x="0" y="0"/>
                  </a:lnTo>
                  <a:lnTo>
                    <a:pt x="0" y="3047"/>
                  </a:lnTo>
                  <a:lnTo>
                    <a:pt x="3047" y="3047"/>
                  </a:lnTo>
                  <a:lnTo>
                    <a:pt x="3047" y="0"/>
                  </a:lnTo>
                  <a:close/>
                </a:path>
              </a:pathLst>
            </a:custGeom>
            <a:solidFill>
              <a:srgbClr val="E2E2E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8"/>
            <p:cNvSpPr/>
            <p:nvPr/>
          </p:nvSpPr>
          <p:spPr>
            <a:xfrm>
              <a:off x="801928" y="2490482"/>
              <a:ext cx="6402070" cy="17145"/>
            </a:xfrm>
            <a:custGeom>
              <a:avLst/>
              <a:gdLst/>
              <a:ahLst/>
              <a:cxnLst/>
              <a:rect l="l" t="t" r="r" b="b"/>
              <a:pathLst>
                <a:path w="6402070" h="17144">
                  <a:moveTo>
                    <a:pt x="3048" y="3035"/>
                  </a:moveTo>
                  <a:lnTo>
                    <a:pt x="0" y="3035"/>
                  </a:lnTo>
                  <a:lnTo>
                    <a:pt x="0" y="16751"/>
                  </a:lnTo>
                  <a:lnTo>
                    <a:pt x="3048" y="16751"/>
                  </a:lnTo>
                  <a:lnTo>
                    <a:pt x="3048" y="3035"/>
                  </a:lnTo>
                  <a:close/>
                </a:path>
                <a:path w="6402070" h="17144">
                  <a:moveTo>
                    <a:pt x="6402006" y="0"/>
                  </a:moveTo>
                  <a:lnTo>
                    <a:pt x="6398971" y="0"/>
                  </a:lnTo>
                  <a:lnTo>
                    <a:pt x="6398971" y="3035"/>
                  </a:lnTo>
                  <a:lnTo>
                    <a:pt x="6402006" y="3035"/>
                  </a:lnTo>
                  <a:lnTo>
                    <a:pt x="6402006" y="0"/>
                  </a:lnTo>
                  <a:close/>
                </a:path>
              </a:pathLst>
            </a:custGeom>
            <a:solidFill>
              <a:srgbClr val="9F9F9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9"/>
            <p:cNvSpPr/>
            <p:nvPr/>
          </p:nvSpPr>
          <p:spPr>
            <a:xfrm>
              <a:off x="7200899" y="2493517"/>
              <a:ext cx="3175" cy="13970"/>
            </a:xfrm>
            <a:custGeom>
              <a:avLst/>
              <a:gdLst/>
              <a:ahLst/>
              <a:cxnLst/>
              <a:rect l="l" t="t" r="r" b="b"/>
              <a:pathLst>
                <a:path w="3175" h="13969">
                  <a:moveTo>
                    <a:pt x="3047" y="0"/>
                  </a:moveTo>
                  <a:lnTo>
                    <a:pt x="0" y="0"/>
                  </a:lnTo>
                  <a:lnTo>
                    <a:pt x="0" y="13716"/>
                  </a:lnTo>
                  <a:lnTo>
                    <a:pt x="3047" y="13716"/>
                  </a:lnTo>
                  <a:lnTo>
                    <a:pt x="3047" y="0"/>
                  </a:lnTo>
                  <a:close/>
                </a:path>
              </a:pathLst>
            </a:custGeom>
            <a:solidFill>
              <a:srgbClr val="E2E2E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801928" y="2507233"/>
              <a:ext cx="3175" cy="3175"/>
            </a:xfrm>
            <a:custGeom>
              <a:avLst/>
              <a:gdLst/>
              <a:ahLst/>
              <a:cxnLst/>
              <a:rect l="l" t="t" r="r" b="b"/>
              <a:pathLst>
                <a:path w="3175" h="3175">
                  <a:moveTo>
                    <a:pt x="3048" y="0"/>
                  </a:moveTo>
                  <a:lnTo>
                    <a:pt x="0" y="0"/>
                  </a:lnTo>
                  <a:lnTo>
                    <a:pt x="0" y="3048"/>
                  </a:lnTo>
                  <a:lnTo>
                    <a:pt x="3048" y="3048"/>
                  </a:lnTo>
                  <a:lnTo>
                    <a:pt x="3048" y="0"/>
                  </a:lnTo>
                  <a:close/>
                </a:path>
              </a:pathLst>
            </a:custGeom>
            <a:solidFill>
              <a:srgbClr val="9F9F9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/>
            <p:cNvSpPr/>
            <p:nvPr/>
          </p:nvSpPr>
          <p:spPr>
            <a:xfrm>
              <a:off x="801928" y="2507233"/>
              <a:ext cx="6402070" cy="3175"/>
            </a:xfrm>
            <a:custGeom>
              <a:avLst/>
              <a:gdLst/>
              <a:ahLst/>
              <a:cxnLst/>
              <a:rect l="l" t="t" r="r" b="b"/>
              <a:pathLst>
                <a:path w="6402070" h="3175">
                  <a:moveTo>
                    <a:pt x="6402006" y="0"/>
                  </a:moveTo>
                  <a:lnTo>
                    <a:pt x="6399022" y="0"/>
                  </a:lnTo>
                  <a:lnTo>
                    <a:pt x="3048" y="0"/>
                  </a:lnTo>
                  <a:lnTo>
                    <a:pt x="0" y="0"/>
                  </a:lnTo>
                  <a:lnTo>
                    <a:pt x="0" y="3048"/>
                  </a:lnTo>
                  <a:lnTo>
                    <a:pt x="3048" y="3048"/>
                  </a:lnTo>
                  <a:lnTo>
                    <a:pt x="6398971" y="3048"/>
                  </a:lnTo>
                  <a:lnTo>
                    <a:pt x="6402006" y="3048"/>
                  </a:lnTo>
                  <a:lnTo>
                    <a:pt x="6402006" y="0"/>
                  </a:lnTo>
                  <a:close/>
                </a:path>
              </a:pathLst>
            </a:custGeom>
            <a:solidFill>
              <a:srgbClr val="E2E2E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2" name="object 12"/>
          <p:cNvSpPr txBox="1"/>
          <p:nvPr/>
        </p:nvSpPr>
        <p:spPr>
          <a:xfrm>
            <a:off x="789228" y="2749041"/>
            <a:ext cx="6048375" cy="72580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300" b="1" dirty="0">
                <a:latin typeface="Times New Roman"/>
                <a:cs typeface="Times New Roman"/>
              </a:rPr>
              <a:t>3.3.Dynamic</a:t>
            </a:r>
            <a:r>
              <a:rPr sz="1300" b="1" spc="-45" dirty="0">
                <a:latin typeface="Times New Roman"/>
                <a:cs typeface="Times New Roman"/>
              </a:rPr>
              <a:t> </a:t>
            </a:r>
            <a:r>
              <a:rPr sz="1300" b="1" dirty="0">
                <a:latin typeface="Times New Roman"/>
                <a:cs typeface="Times New Roman"/>
              </a:rPr>
              <a:t>Display</a:t>
            </a:r>
            <a:r>
              <a:rPr sz="1300" b="1" spc="-30" dirty="0">
                <a:latin typeface="Times New Roman"/>
                <a:cs typeface="Times New Roman"/>
              </a:rPr>
              <a:t> </a:t>
            </a:r>
            <a:r>
              <a:rPr sz="1300" b="1" dirty="0">
                <a:latin typeface="Times New Roman"/>
                <a:cs typeface="Times New Roman"/>
              </a:rPr>
              <a:t>of</a:t>
            </a:r>
            <a:r>
              <a:rPr sz="1300" b="1" spc="-40" dirty="0">
                <a:latin typeface="Times New Roman"/>
                <a:cs typeface="Times New Roman"/>
              </a:rPr>
              <a:t> </a:t>
            </a:r>
            <a:r>
              <a:rPr sz="1300" b="1" dirty="0">
                <a:latin typeface="Times New Roman"/>
                <a:cs typeface="Times New Roman"/>
              </a:rPr>
              <a:t>Registered</a:t>
            </a:r>
            <a:r>
              <a:rPr sz="1300" b="1" spc="-40" dirty="0">
                <a:latin typeface="Times New Roman"/>
                <a:cs typeface="Times New Roman"/>
              </a:rPr>
              <a:t> </a:t>
            </a:r>
            <a:r>
              <a:rPr sz="1300" b="1" spc="-10" dirty="0">
                <a:latin typeface="Times New Roman"/>
                <a:cs typeface="Times New Roman"/>
              </a:rPr>
              <a:t>Participants:</a:t>
            </a:r>
            <a:endParaRPr sz="1300">
              <a:latin typeface="Times New Roman"/>
              <a:cs typeface="Times New Roman"/>
            </a:endParaRPr>
          </a:p>
          <a:p>
            <a:pPr marL="20320" marR="5080">
              <a:lnSpc>
                <a:spcPts val="1380"/>
              </a:lnSpc>
              <a:spcBef>
                <a:spcPts val="1225"/>
              </a:spcBef>
            </a:pPr>
            <a:r>
              <a:rPr sz="1200" dirty="0">
                <a:latin typeface="Times New Roman"/>
                <a:cs typeface="Times New Roman"/>
              </a:rPr>
              <a:t>(</a:t>
            </a:r>
            <a:r>
              <a:rPr sz="1200" i="1" dirty="0">
                <a:latin typeface="Times New Roman"/>
                <a:cs typeface="Times New Roman"/>
              </a:rPr>
              <a:t>Capture</a:t>
            </a:r>
            <a:r>
              <a:rPr sz="1200" i="1" spc="-3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form</a:t>
            </a:r>
            <a:r>
              <a:rPr sz="1200" i="1" spc="-3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data</a:t>
            </a:r>
            <a:r>
              <a:rPr sz="1200" i="1" spc="-2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using</a:t>
            </a:r>
            <a:r>
              <a:rPr sz="1200" i="1" spc="-2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JavaScript</a:t>
            </a:r>
            <a:r>
              <a:rPr sz="1200" i="1" spc="-2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and</a:t>
            </a:r>
            <a:r>
              <a:rPr sz="1200" i="1" spc="-2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dynamically</a:t>
            </a:r>
            <a:r>
              <a:rPr sz="1200" i="1" spc="-3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add</a:t>
            </a:r>
            <a:r>
              <a:rPr sz="1200" i="1" spc="-2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the</a:t>
            </a:r>
            <a:r>
              <a:rPr sz="1200" i="1" spc="-2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submitted</a:t>
            </a:r>
            <a:r>
              <a:rPr sz="1200" i="1" spc="-2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details</a:t>
            </a:r>
            <a:r>
              <a:rPr sz="1200" i="1" spc="-3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to</a:t>
            </a:r>
            <a:r>
              <a:rPr sz="1200" i="1" spc="-2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the</a:t>
            </a:r>
            <a:r>
              <a:rPr sz="1200" i="1" spc="-25" dirty="0">
                <a:latin typeface="Times New Roman"/>
                <a:cs typeface="Times New Roman"/>
              </a:rPr>
              <a:t> </a:t>
            </a:r>
            <a:r>
              <a:rPr sz="1200" i="1" spc="-10" dirty="0">
                <a:latin typeface="Times New Roman"/>
                <a:cs typeface="Times New Roman"/>
              </a:rPr>
              <a:t>participants table.</a:t>
            </a:r>
            <a:r>
              <a:rPr sz="1200" spc="-10" dirty="0">
                <a:latin typeface="Times New Roman"/>
                <a:cs typeface="Times New Roman"/>
              </a:rPr>
              <a:t>)</a:t>
            </a:r>
            <a:endParaRPr sz="1200">
              <a:latin typeface="Times New Roman"/>
              <a:cs typeface="Times New Roman"/>
            </a:endParaRPr>
          </a:p>
        </p:txBody>
      </p:sp>
      <p:grpSp>
        <p:nvGrpSpPr>
          <p:cNvPr id="13" name="object 13"/>
          <p:cNvGrpSpPr/>
          <p:nvPr/>
        </p:nvGrpSpPr>
        <p:grpSpPr>
          <a:xfrm>
            <a:off x="801369" y="3917949"/>
            <a:ext cx="6402705" cy="20955"/>
            <a:chOff x="801369" y="3917949"/>
            <a:chExt cx="6402705" cy="20955"/>
          </a:xfrm>
        </p:grpSpPr>
        <p:sp>
          <p:nvSpPr>
            <p:cNvPr id="14" name="object 14"/>
            <p:cNvSpPr/>
            <p:nvPr/>
          </p:nvSpPr>
          <p:spPr>
            <a:xfrm>
              <a:off x="801370" y="3917949"/>
              <a:ext cx="6400800" cy="20320"/>
            </a:xfrm>
            <a:custGeom>
              <a:avLst/>
              <a:gdLst/>
              <a:ahLst/>
              <a:cxnLst/>
              <a:rect l="l" t="t" r="r" b="b"/>
              <a:pathLst>
                <a:path w="6400800" h="20320">
                  <a:moveTo>
                    <a:pt x="6400800" y="0"/>
                  </a:moveTo>
                  <a:lnTo>
                    <a:pt x="0" y="0"/>
                  </a:lnTo>
                  <a:lnTo>
                    <a:pt x="0" y="20320"/>
                  </a:lnTo>
                  <a:lnTo>
                    <a:pt x="6400800" y="20320"/>
                  </a:lnTo>
                  <a:lnTo>
                    <a:pt x="6400800" y="0"/>
                  </a:lnTo>
                  <a:close/>
                </a:path>
              </a:pathLst>
            </a:custGeom>
            <a:solidFill>
              <a:srgbClr val="9F9F9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5"/>
            <p:cNvSpPr/>
            <p:nvPr/>
          </p:nvSpPr>
          <p:spPr>
            <a:xfrm>
              <a:off x="7200899" y="3918838"/>
              <a:ext cx="3175" cy="3175"/>
            </a:xfrm>
            <a:custGeom>
              <a:avLst/>
              <a:gdLst/>
              <a:ahLst/>
              <a:cxnLst/>
              <a:rect l="l" t="t" r="r" b="b"/>
              <a:pathLst>
                <a:path w="3175" h="3175">
                  <a:moveTo>
                    <a:pt x="3047" y="0"/>
                  </a:moveTo>
                  <a:lnTo>
                    <a:pt x="0" y="0"/>
                  </a:lnTo>
                  <a:lnTo>
                    <a:pt x="0" y="3048"/>
                  </a:lnTo>
                  <a:lnTo>
                    <a:pt x="3047" y="3048"/>
                  </a:lnTo>
                  <a:lnTo>
                    <a:pt x="3047" y="0"/>
                  </a:lnTo>
                  <a:close/>
                </a:path>
              </a:pathLst>
            </a:custGeom>
            <a:solidFill>
              <a:srgbClr val="E2E2E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6" name="object 16"/>
            <p:cNvSpPr/>
            <p:nvPr/>
          </p:nvSpPr>
          <p:spPr>
            <a:xfrm>
              <a:off x="801928" y="3918838"/>
              <a:ext cx="6402070" cy="17145"/>
            </a:xfrm>
            <a:custGeom>
              <a:avLst/>
              <a:gdLst/>
              <a:ahLst/>
              <a:cxnLst/>
              <a:rect l="l" t="t" r="r" b="b"/>
              <a:pathLst>
                <a:path w="6402070" h="17145">
                  <a:moveTo>
                    <a:pt x="3048" y="3048"/>
                  </a:moveTo>
                  <a:lnTo>
                    <a:pt x="0" y="3048"/>
                  </a:lnTo>
                  <a:lnTo>
                    <a:pt x="0" y="16764"/>
                  </a:lnTo>
                  <a:lnTo>
                    <a:pt x="3048" y="16764"/>
                  </a:lnTo>
                  <a:lnTo>
                    <a:pt x="3048" y="3048"/>
                  </a:lnTo>
                  <a:close/>
                </a:path>
                <a:path w="6402070" h="17145">
                  <a:moveTo>
                    <a:pt x="6402006" y="0"/>
                  </a:moveTo>
                  <a:lnTo>
                    <a:pt x="6398971" y="0"/>
                  </a:lnTo>
                  <a:lnTo>
                    <a:pt x="6398971" y="3048"/>
                  </a:lnTo>
                  <a:lnTo>
                    <a:pt x="6402006" y="3048"/>
                  </a:lnTo>
                  <a:lnTo>
                    <a:pt x="6402006" y="0"/>
                  </a:lnTo>
                  <a:close/>
                </a:path>
              </a:pathLst>
            </a:custGeom>
            <a:solidFill>
              <a:srgbClr val="9F9F9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7" name="object 17"/>
            <p:cNvSpPr/>
            <p:nvPr/>
          </p:nvSpPr>
          <p:spPr>
            <a:xfrm>
              <a:off x="7200899" y="3921886"/>
              <a:ext cx="3175" cy="13970"/>
            </a:xfrm>
            <a:custGeom>
              <a:avLst/>
              <a:gdLst/>
              <a:ahLst/>
              <a:cxnLst/>
              <a:rect l="l" t="t" r="r" b="b"/>
              <a:pathLst>
                <a:path w="3175" h="13970">
                  <a:moveTo>
                    <a:pt x="3047" y="0"/>
                  </a:moveTo>
                  <a:lnTo>
                    <a:pt x="0" y="0"/>
                  </a:lnTo>
                  <a:lnTo>
                    <a:pt x="0" y="13716"/>
                  </a:lnTo>
                  <a:lnTo>
                    <a:pt x="3047" y="13716"/>
                  </a:lnTo>
                  <a:lnTo>
                    <a:pt x="3047" y="0"/>
                  </a:lnTo>
                  <a:close/>
                </a:path>
              </a:pathLst>
            </a:custGeom>
            <a:solidFill>
              <a:srgbClr val="E2E2E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8" name="object 18"/>
            <p:cNvSpPr/>
            <p:nvPr/>
          </p:nvSpPr>
          <p:spPr>
            <a:xfrm>
              <a:off x="801928" y="3935602"/>
              <a:ext cx="3175" cy="3175"/>
            </a:xfrm>
            <a:custGeom>
              <a:avLst/>
              <a:gdLst/>
              <a:ahLst/>
              <a:cxnLst/>
              <a:rect l="l" t="t" r="r" b="b"/>
              <a:pathLst>
                <a:path w="3175" h="3175">
                  <a:moveTo>
                    <a:pt x="3048" y="0"/>
                  </a:moveTo>
                  <a:lnTo>
                    <a:pt x="0" y="0"/>
                  </a:lnTo>
                  <a:lnTo>
                    <a:pt x="0" y="3047"/>
                  </a:lnTo>
                  <a:lnTo>
                    <a:pt x="3048" y="3047"/>
                  </a:lnTo>
                  <a:lnTo>
                    <a:pt x="3048" y="0"/>
                  </a:lnTo>
                  <a:close/>
                </a:path>
              </a:pathLst>
            </a:custGeom>
            <a:solidFill>
              <a:srgbClr val="9F9F9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9" name="object 19"/>
            <p:cNvSpPr/>
            <p:nvPr/>
          </p:nvSpPr>
          <p:spPr>
            <a:xfrm>
              <a:off x="801928" y="3935614"/>
              <a:ext cx="6402070" cy="3175"/>
            </a:xfrm>
            <a:custGeom>
              <a:avLst/>
              <a:gdLst/>
              <a:ahLst/>
              <a:cxnLst/>
              <a:rect l="l" t="t" r="r" b="b"/>
              <a:pathLst>
                <a:path w="6402070" h="3175">
                  <a:moveTo>
                    <a:pt x="6402006" y="0"/>
                  </a:moveTo>
                  <a:lnTo>
                    <a:pt x="6399022" y="0"/>
                  </a:lnTo>
                  <a:lnTo>
                    <a:pt x="3048" y="0"/>
                  </a:lnTo>
                  <a:lnTo>
                    <a:pt x="0" y="0"/>
                  </a:lnTo>
                  <a:lnTo>
                    <a:pt x="0" y="3035"/>
                  </a:lnTo>
                  <a:lnTo>
                    <a:pt x="3048" y="3035"/>
                  </a:lnTo>
                  <a:lnTo>
                    <a:pt x="6398971" y="3035"/>
                  </a:lnTo>
                  <a:lnTo>
                    <a:pt x="6402006" y="3035"/>
                  </a:lnTo>
                  <a:lnTo>
                    <a:pt x="6402006" y="0"/>
                  </a:lnTo>
                  <a:close/>
                </a:path>
              </a:pathLst>
            </a:custGeom>
            <a:solidFill>
              <a:srgbClr val="E2E2E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0" name="object 20"/>
          <p:cNvSpPr txBox="1"/>
          <p:nvPr/>
        </p:nvSpPr>
        <p:spPr>
          <a:xfrm>
            <a:off x="789228" y="4132312"/>
            <a:ext cx="5832475" cy="668020"/>
          </a:xfrm>
          <a:prstGeom prst="rect">
            <a:avLst/>
          </a:prstGeom>
        </p:spPr>
        <p:txBody>
          <a:bodyPr vert="horz" wrap="square" lIns="0" tIns="5715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450"/>
              </a:spcBef>
            </a:pPr>
            <a:r>
              <a:rPr sz="1300" b="1" dirty="0">
                <a:latin typeface="Times New Roman"/>
                <a:cs typeface="Times New Roman"/>
              </a:rPr>
              <a:t>3.4</a:t>
            </a:r>
            <a:r>
              <a:rPr sz="1300" b="1" spc="-35" dirty="0">
                <a:latin typeface="Times New Roman"/>
                <a:cs typeface="Times New Roman"/>
              </a:rPr>
              <a:t> </a:t>
            </a:r>
            <a:r>
              <a:rPr sz="1300" b="1" dirty="0">
                <a:latin typeface="Times New Roman"/>
                <a:cs typeface="Times New Roman"/>
              </a:rPr>
              <a:t>Prevent</a:t>
            </a:r>
            <a:r>
              <a:rPr sz="1300" b="1" spc="-20" dirty="0">
                <a:latin typeface="Times New Roman"/>
                <a:cs typeface="Times New Roman"/>
              </a:rPr>
              <a:t> </a:t>
            </a:r>
            <a:r>
              <a:rPr sz="1300" b="1" dirty="0">
                <a:latin typeface="Times New Roman"/>
                <a:cs typeface="Times New Roman"/>
              </a:rPr>
              <a:t>Page</a:t>
            </a:r>
            <a:r>
              <a:rPr sz="1300" b="1" spc="-35" dirty="0">
                <a:latin typeface="Times New Roman"/>
                <a:cs typeface="Times New Roman"/>
              </a:rPr>
              <a:t> </a:t>
            </a:r>
            <a:r>
              <a:rPr sz="1300" b="1" spc="-10" dirty="0">
                <a:latin typeface="Times New Roman"/>
                <a:cs typeface="Times New Roman"/>
              </a:rPr>
              <a:t>Reload:</a:t>
            </a:r>
            <a:endParaRPr sz="1300">
              <a:latin typeface="Times New Roman"/>
              <a:cs typeface="Times New Roman"/>
            </a:endParaRPr>
          </a:p>
          <a:p>
            <a:pPr marL="109855" marR="5080">
              <a:lnSpc>
                <a:spcPts val="1380"/>
              </a:lnSpc>
              <a:spcBef>
                <a:spcPts val="425"/>
              </a:spcBef>
            </a:pPr>
            <a:r>
              <a:rPr sz="1200" i="1" dirty="0">
                <a:latin typeface="Times New Roman"/>
                <a:cs typeface="Times New Roman"/>
              </a:rPr>
              <a:t>(Use</a:t>
            </a:r>
            <a:r>
              <a:rPr sz="1200" i="1" spc="-3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JavaScript</a:t>
            </a:r>
            <a:r>
              <a:rPr sz="1200" i="1" spc="-2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to</a:t>
            </a:r>
            <a:r>
              <a:rPr sz="1200" i="1" spc="-2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prevent</a:t>
            </a:r>
            <a:r>
              <a:rPr sz="1200" i="1" spc="-2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the</a:t>
            </a:r>
            <a:r>
              <a:rPr sz="1200" i="1" spc="-3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default</a:t>
            </a:r>
            <a:r>
              <a:rPr sz="1200" i="1" spc="-2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form</a:t>
            </a:r>
            <a:r>
              <a:rPr sz="1200" i="1" spc="-3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submission</a:t>
            </a:r>
            <a:r>
              <a:rPr sz="1200" i="1" spc="-2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behavior</a:t>
            </a:r>
            <a:r>
              <a:rPr sz="1200" i="1" spc="-2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and</a:t>
            </a:r>
            <a:r>
              <a:rPr sz="1200" i="1" spc="-2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update</a:t>
            </a:r>
            <a:r>
              <a:rPr sz="1200" i="1" spc="-2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the</a:t>
            </a:r>
            <a:r>
              <a:rPr sz="1200" i="1" spc="-3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page</a:t>
            </a:r>
            <a:r>
              <a:rPr sz="1200" i="1" spc="-30" dirty="0">
                <a:latin typeface="Times New Roman"/>
                <a:cs typeface="Times New Roman"/>
              </a:rPr>
              <a:t> </a:t>
            </a:r>
            <a:r>
              <a:rPr sz="1200" i="1" spc="-10" dirty="0">
                <a:latin typeface="Times New Roman"/>
                <a:cs typeface="Times New Roman"/>
              </a:rPr>
              <a:t>without refreshing.)</a:t>
            </a:r>
            <a:endParaRPr sz="1200">
              <a:latin typeface="Times New Roman"/>
              <a:cs typeface="Times New Roman"/>
            </a:endParaRPr>
          </a:p>
        </p:txBody>
      </p:sp>
      <p:grpSp>
        <p:nvGrpSpPr>
          <p:cNvPr id="21" name="object 21"/>
          <p:cNvGrpSpPr/>
          <p:nvPr/>
        </p:nvGrpSpPr>
        <p:grpSpPr>
          <a:xfrm>
            <a:off x="801369" y="5281929"/>
            <a:ext cx="6402705" cy="20955"/>
            <a:chOff x="801369" y="5281929"/>
            <a:chExt cx="6402705" cy="20955"/>
          </a:xfrm>
        </p:grpSpPr>
        <p:sp>
          <p:nvSpPr>
            <p:cNvPr id="22" name="object 22"/>
            <p:cNvSpPr/>
            <p:nvPr/>
          </p:nvSpPr>
          <p:spPr>
            <a:xfrm>
              <a:off x="801370" y="5281929"/>
              <a:ext cx="6400800" cy="20320"/>
            </a:xfrm>
            <a:custGeom>
              <a:avLst/>
              <a:gdLst/>
              <a:ahLst/>
              <a:cxnLst/>
              <a:rect l="l" t="t" r="r" b="b"/>
              <a:pathLst>
                <a:path w="6400800" h="20320">
                  <a:moveTo>
                    <a:pt x="6400800" y="0"/>
                  </a:moveTo>
                  <a:lnTo>
                    <a:pt x="0" y="0"/>
                  </a:lnTo>
                  <a:lnTo>
                    <a:pt x="0" y="20320"/>
                  </a:lnTo>
                  <a:lnTo>
                    <a:pt x="6400800" y="20320"/>
                  </a:lnTo>
                  <a:lnTo>
                    <a:pt x="6400800" y="0"/>
                  </a:lnTo>
                  <a:close/>
                </a:path>
              </a:pathLst>
            </a:custGeom>
            <a:solidFill>
              <a:srgbClr val="9F9F9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3" name="object 23"/>
            <p:cNvSpPr/>
            <p:nvPr/>
          </p:nvSpPr>
          <p:spPr>
            <a:xfrm>
              <a:off x="7200899" y="5282818"/>
              <a:ext cx="3175" cy="3175"/>
            </a:xfrm>
            <a:custGeom>
              <a:avLst/>
              <a:gdLst/>
              <a:ahLst/>
              <a:cxnLst/>
              <a:rect l="l" t="t" r="r" b="b"/>
              <a:pathLst>
                <a:path w="3175" h="3175">
                  <a:moveTo>
                    <a:pt x="3047" y="0"/>
                  </a:moveTo>
                  <a:lnTo>
                    <a:pt x="0" y="0"/>
                  </a:lnTo>
                  <a:lnTo>
                    <a:pt x="0" y="3047"/>
                  </a:lnTo>
                  <a:lnTo>
                    <a:pt x="3047" y="3047"/>
                  </a:lnTo>
                  <a:lnTo>
                    <a:pt x="3047" y="0"/>
                  </a:lnTo>
                  <a:close/>
                </a:path>
              </a:pathLst>
            </a:custGeom>
            <a:solidFill>
              <a:srgbClr val="E2E2E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4" name="object 24"/>
            <p:cNvSpPr/>
            <p:nvPr/>
          </p:nvSpPr>
          <p:spPr>
            <a:xfrm>
              <a:off x="801928" y="5282830"/>
              <a:ext cx="6402070" cy="17145"/>
            </a:xfrm>
            <a:custGeom>
              <a:avLst/>
              <a:gdLst/>
              <a:ahLst/>
              <a:cxnLst/>
              <a:rect l="l" t="t" r="r" b="b"/>
              <a:pathLst>
                <a:path w="6402070" h="17145">
                  <a:moveTo>
                    <a:pt x="3048" y="3035"/>
                  </a:moveTo>
                  <a:lnTo>
                    <a:pt x="0" y="3035"/>
                  </a:lnTo>
                  <a:lnTo>
                    <a:pt x="0" y="16751"/>
                  </a:lnTo>
                  <a:lnTo>
                    <a:pt x="3048" y="16751"/>
                  </a:lnTo>
                  <a:lnTo>
                    <a:pt x="3048" y="3035"/>
                  </a:lnTo>
                  <a:close/>
                </a:path>
                <a:path w="6402070" h="17145">
                  <a:moveTo>
                    <a:pt x="6402006" y="0"/>
                  </a:moveTo>
                  <a:lnTo>
                    <a:pt x="6398971" y="0"/>
                  </a:lnTo>
                  <a:lnTo>
                    <a:pt x="6398971" y="3035"/>
                  </a:lnTo>
                  <a:lnTo>
                    <a:pt x="6402006" y="3035"/>
                  </a:lnTo>
                  <a:lnTo>
                    <a:pt x="6402006" y="0"/>
                  </a:lnTo>
                  <a:close/>
                </a:path>
              </a:pathLst>
            </a:custGeom>
            <a:solidFill>
              <a:srgbClr val="9F9F9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5" name="object 25"/>
            <p:cNvSpPr/>
            <p:nvPr/>
          </p:nvSpPr>
          <p:spPr>
            <a:xfrm>
              <a:off x="7200899" y="5285866"/>
              <a:ext cx="3175" cy="13970"/>
            </a:xfrm>
            <a:custGeom>
              <a:avLst/>
              <a:gdLst/>
              <a:ahLst/>
              <a:cxnLst/>
              <a:rect l="l" t="t" r="r" b="b"/>
              <a:pathLst>
                <a:path w="3175" h="13970">
                  <a:moveTo>
                    <a:pt x="3047" y="0"/>
                  </a:moveTo>
                  <a:lnTo>
                    <a:pt x="0" y="0"/>
                  </a:lnTo>
                  <a:lnTo>
                    <a:pt x="0" y="13715"/>
                  </a:lnTo>
                  <a:lnTo>
                    <a:pt x="3047" y="13715"/>
                  </a:lnTo>
                  <a:lnTo>
                    <a:pt x="3047" y="0"/>
                  </a:lnTo>
                  <a:close/>
                </a:path>
              </a:pathLst>
            </a:custGeom>
            <a:solidFill>
              <a:srgbClr val="E2E2E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6" name="object 26"/>
            <p:cNvSpPr/>
            <p:nvPr/>
          </p:nvSpPr>
          <p:spPr>
            <a:xfrm>
              <a:off x="801928" y="5299582"/>
              <a:ext cx="3175" cy="3175"/>
            </a:xfrm>
            <a:custGeom>
              <a:avLst/>
              <a:gdLst/>
              <a:ahLst/>
              <a:cxnLst/>
              <a:rect l="l" t="t" r="r" b="b"/>
              <a:pathLst>
                <a:path w="3175" h="3175">
                  <a:moveTo>
                    <a:pt x="3048" y="0"/>
                  </a:moveTo>
                  <a:lnTo>
                    <a:pt x="0" y="0"/>
                  </a:lnTo>
                  <a:lnTo>
                    <a:pt x="0" y="3048"/>
                  </a:lnTo>
                  <a:lnTo>
                    <a:pt x="3048" y="3048"/>
                  </a:lnTo>
                  <a:lnTo>
                    <a:pt x="3048" y="0"/>
                  </a:lnTo>
                  <a:close/>
                </a:path>
              </a:pathLst>
            </a:custGeom>
            <a:solidFill>
              <a:srgbClr val="9F9F9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7" name="object 27"/>
            <p:cNvSpPr/>
            <p:nvPr/>
          </p:nvSpPr>
          <p:spPr>
            <a:xfrm>
              <a:off x="801928" y="5299582"/>
              <a:ext cx="6402070" cy="3175"/>
            </a:xfrm>
            <a:custGeom>
              <a:avLst/>
              <a:gdLst/>
              <a:ahLst/>
              <a:cxnLst/>
              <a:rect l="l" t="t" r="r" b="b"/>
              <a:pathLst>
                <a:path w="6402070" h="3175">
                  <a:moveTo>
                    <a:pt x="6402006" y="0"/>
                  </a:moveTo>
                  <a:lnTo>
                    <a:pt x="6399022" y="0"/>
                  </a:lnTo>
                  <a:lnTo>
                    <a:pt x="3048" y="0"/>
                  </a:lnTo>
                  <a:lnTo>
                    <a:pt x="0" y="0"/>
                  </a:lnTo>
                  <a:lnTo>
                    <a:pt x="0" y="3048"/>
                  </a:lnTo>
                  <a:lnTo>
                    <a:pt x="3048" y="3048"/>
                  </a:lnTo>
                  <a:lnTo>
                    <a:pt x="6398971" y="3048"/>
                  </a:lnTo>
                  <a:lnTo>
                    <a:pt x="6402006" y="3048"/>
                  </a:lnTo>
                  <a:lnTo>
                    <a:pt x="6402006" y="0"/>
                  </a:lnTo>
                  <a:close/>
                </a:path>
              </a:pathLst>
            </a:custGeom>
            <a:solidFill>
              <a:srgbClr val="E2E2E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8" name="object 28"/>
          <p:cNvSpPr txBox="1"/>
          <p:nvPr/>
        </p:nvSpPr>
        <p:spPr>
          <a:xfrm>
            <a:off x="796848" y="5599556"/>
            <a:ext cx="6243955" cy="52578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300" b="1" dirty="0">
                <a:latin typeface="Times New Roman"/>
                <a:cs typeface="Times New Roman"/>
              </a:rPr>
              <a:t>3.5</a:t>
            </a:r>
            <a:r>
              <a:rPr sz="1300" b="1" spc="265" dirty="0">
                <a:latin typeface="Times New Roman"/>
                <a:cs typeface="Times New Roman"/>
              </a:rPr>
              <a:t> </a:t>
            </a:r>
            <a:r>
              <a:rPr sz="1300" b="1" dirty="0">
                <a:latin typeface="Times New Roman"/>
                <a:cs typeface="Times New Roman"/>
              </a:rPr>
              <a:t>Clear</a:t>
            </a:r>
            <a:r>
              <a:rPr sz="1300" b="1" spc="-15" dirty="0">
                <a:latin typeface="Times New Roman"/>
                <a:cs typeface="Times New Roman"/>
              </a:rPr>
              <a:t> </a:t>
            </a:r>
            <a:r>
              <a:rPr sz="1300" b="1" dirty="0">
                <a:latin typeface="Times New Roman"/>
                <a:cs typeface="Times New Roman"/>
              </a:rPr>
              <a:t>Form</a:t>
            </a:r>
            <a:r>
              <a:rPr sz="1300" b="1" spc="-15" dirty="0">
                <a:latin typeface="Times New Roman"/>
                <a:cs typeface="Times New Roman"/>
              </a:rPr>
              <a:t> </a:t>
            </a:r>
            <a:r>
              <a:rPr sz="1300" b="1" dirty="0">
                <a:latin typeface="Times New Roman"/>
                <a:cs typeface="Times New Roman"/>
              </a:rPr>
              <a:t>After</a:t>
            </a:r>
            <a:r>
              <a:rPr sz="1300" b="1" spc="-15" dirty="0">
                <a:latin typeface="Times New Roman"/>
                <a:cs typeface="Times New Roman"/>
              </a:rPr>
              <a:t> </a:t>
            </a:r>
            <a:r>
              <a:rPr sz="1300" b="1" dirty="0">
                <a:latin typeface="Times New Roman"/>
                <a:cs typeface="Times New Roman"/>
              </a:rPr>
              <a:t>Successful</a:t>
            </a:r>
            <a:r>
              <a:rPr sz="1300" b="1" spc="-30" dirty="0">
                <a:latin typeface="Times New Roman"/>
                <a:cs typeface="Times New Roman"/>
              </a:rPr>
              <a:t> </a:t>
            </a:r>
            <a:r>
              <a:rPr sz="1300" b="1" spc="-10" dirty="0">
                <a:latin typeface="Times New Roman"/>
                <a:cs typeface="Times New Roman"/>
              </a:rPr>
              <a:t>Submission:</a:t>
            </a:r>
            <a:endParaRPr sz="1300">
              <a:latin typeface="Times New Roman"/>
              <a:cs typeface="Times New Roman"/>
            </a:endParaRPr>
          </a:p>
          <a:p>
            <a:pPr marL="102235">
              <a:lnSpc>
                <a:spcPct val="100000"/>
              </a:lnSpc>
              <a:spcBef>
                <a:spcPts val="940"/>
              </a:spcBef>
            </a:pPr>
            <a:r>
              <a:rPr sz="1200" i="1" spc="-10" dirty="0">
                <a:latin typeface="Times New Roman"/>
                <a:cs typeface="Times New Roman"/>
              </a:rPr>
              <a:t>(Automatically</a:t>
            </a:r>
            <a:r>
              <a:rPr sz="1200" i="1" spc="-3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reset</a:t>
            </a:r>
            <a:r>
              <a:rPr sz="1200" i="1" spc="-2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the</a:t>
            </a:r>
            <a:r>
              <a:rPr sz="1200" i="1" spc="-3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form</a:t>
            </a:r>
            <a:r>
              <a:rPr sz="1200" i="1" spc="-2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fields</a:t>
            </a:r>
            <a:r>
              <a:rPr sz="1200" i="1" spc="-3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after</a:t>
            </a:r>
            <a:r>
              <a:rPr sz="1200" i="1" spc="-2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successful</a:t>
            </a:r>
            <a:r>
              <a:rPr sz="1200" i="1" spc="-2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registration</a:t>
            </a:r>
            <a:r>
              <a:rPr sz="1200" i="1" spc="-2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while</a:t>
            </a:r>
            <a:r>
              <a:rPr sz="1200" i="1" spc="-2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keeping</a:t>
            </a:r>
            <a:r>
              <a:rPr sz="1200" i="1" spc="-2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the</a:t>
            </a:r>
            <a:r>
              <a:rPr sz="1200" i="1" spc="-2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table</a:t>
            </a:r>
            <a:r>
              <a:rPr sz="1200" i="1" spc="-2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data</a:t>
            </a:r>
            <a:r>
              <a:rPr sz="1200" i="1" spc="-20" dirty="0">
                <a:latin typeface="Times New Roman"/>
                <a:cs typeface="Times New Roman"/>
              </a:rPr>
              <a:t> </a:t>
            </a:r>
            <a:r>
              <a:rPr sz="1200" i="1" spc="-10" dirty="0">
                <a:latin typeface="Times New Roman"/>
                <a:cs typeface="Times New Roman"/>
              </a:rPr>
              <a:t>intact.)</a:t>
            </a:r>
            <a:endParaRPr sz="1200">
              <a:latin typeface="Times New Roman"/>
              <a:cs typeface="Times New Roman"/>
            </a:endParaRPr>
          </a:p>
        </p:txBody>
      </p:sp>
      <p:grpSp>
        <p:nvGrpSpPr>
          <p:cNvPr id="29" name="object 29"/>
          <p:cNvGrpSpPr/>
          <p:nvPr/>
        </p:nvGrpSpPr>
        <p:grpSpPr>
          <a:xfrm>
            <a:off x="801369" y="6606540"/>
            <a:ext cx="6402705" cy="20955"/>
            <a:chOff x="801369" y="6606540"/>
            <a:chExt cx="6402705" cy="20955"/>
          </a:xfrm>
        </p:grpSpPr>
        <p:sp>
          <p:nvSpPr>
            <p:cNvPr id="30" name="object 30"/>
            <p:cNvSpPr/>
            <p:nvPr/>
          </p:nvSpPr>
          <p:spPr>
            <a:xfrm>
              <a:off x="801370" y="6606552"/>
              <a:ext cx="6400800" cy="19685"/>
            </a:xfrm>
            <a:custGeom>
              <a:avLst/>
              <a:gdLst/>
              <a:ahLst/>
              <a:cxnLst/>
              <a:rect l="l" t="t" r="r" b="b"/>
              <a:pathLst>
                <a:path w="6400800" h="19684">
                  <a:moveTo>
                    <a:pt x="6400800" y="0"/>
                  </a:moveTo>
                  <a:lnTo>
                    <a:pt x="0" y="0"/>
                  </a:lnTo>
                  <a:lnTo>
                    <a:pt x="0" y="19672"/>
                  </a:lnTo>
                  <a:lnTo>
                    <a:pt x="6400800" y="19672"/>
                  </a:lnTo>
                  <a:lnTo>
                    <a:pt x="6400800" y="0"/>
                  </a:lnTo>
                  <a:close/>
                </a:path>
              </a:pathLst>
            </a:custGeom>
            <a:solidFill>
              <a:srgbClr val="9F9F9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1" name="object 31"/>
            <p:cNvSpPr/>
            <p:nvPr/>
          </p:nvSpPr>
          <p:spPr>
            <a:xfrm>
              <a:off x="7200899" y="6607428"/>
              <a:ext cx="3175" cy="3175"/>
            </a:xfrm>
            <a:custGeom>
              <a:avLst/>
              <a:gdLst/>
              <a:ahLst/>
              <a:cxnLst/>
              <a:rect l="l" t="t" r="r" b="b"/>
              <a:pathLst>
                <a:path w="3175" h="3175">
                  <a:moveTo>
                    <a:pt x="3047" y="0"/>
                  </a:moveTo>
                  <a:lnTo>
                    <a:pt x="0" y="0"/>
                  </a:lnTo>
                  <a:lnTo>
                    <a:pt x="0" y="3047"/>
                  </a:lnTo>
                  <a:lnTo>
                    <a:pt x="3047" y="3047"/>
                  </a:lnTo>
                  <a:lnTo>
                    <a:pt x="3047" y="0"/>
                  </a:lnTo>
                  <a:close/>
                </a:path>
              </a:pathLst>
            </a:custGeom>
            <a:solidFill>
              <a:srgbClr val="E2E2E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2" name="object 32"/>
            <p:cNvSpPr/>
            <p:nvPr/>
          </p:nvSpPr>
          <p:spPr>
            <a:xfrm>
              <a:off x="801928" y="6607441"/>
              <a:ext cx="6402070" cy="17145"/>
            </a:xfrm>
            <a:custGeom>
              <a:avLst/>
              <a:gdLst/>
              <a:ahLst/>
              <a:cxnLst/>
              <a:rect l="l" t="t" r="r" b="b"/>
              <a:pathLst>
                <a:path w="6402070" h="17145">
                  <a:moveTo>
                    <a:pt x="3048" y="3035"/>
                  </a:moveTo>
                  <a:lnTo>
                    <a:pt x="0" y="3035"/>
                  </a:lnTo>
                  <a:lnTo>
                    <a:pt x="0" y="16751"/>
                  </a:lnTo>
                  <a:lnTo>
                    <a:pt x="3048" y="16751"/>
                  </a:lnTo>
                  <a:lnTo>
                    <a:pt x="3048" y="3035"/>
                  </a:lnTo>
                  <a:close/>
                </a:path>
                <a:path w="6402070" h="17145">
                  <a:moveTo>
                    <a:pt x="6402006" y="0"/>
                  </a:moveTo>
                  <a:lnTo>
                    <a:pt x="6398971" y="0"/>
                  </a:lnTo>
                  <a:lnTo>
                    <a:pt x="6398971" y="3035"/>
                  </a:lnTo>
                  <a:lnTo>
                    <a:pt x="6402006" y="3035"/>
                  </a:lnTo>
                  <a:lnTo>
                    <a:pt x="6402006" y="0"/>
                  </a:lnTo>
                  <a:close/>
                </a:path>
              </a:pathLst>
            </a:custGeom>
            <a:solidFill>
              <a:srgbClr val="9F9F9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3" name="object 33"/>
            <p:cNvSpPr/>
            <p:nvPr/>
          </p:nvSpPr>
          <p:spPr>
            <a:xfrm>
              <a:off x="7200899" y="6610476"/>
              <a:ext cx="3175" cy="13970"/>
            </a:xfrm>
            <a:custGeom>
              <a:avLst/>
              <a:gdLst/>
              <a:ahLst/>
              <a:cxnLst/>
              <a:rect l="l" t="t" r="r" b="b"/>
              <a:pathLst>
                <a:path w="3175" h="13970">
                  <a:moveTo>
                    <a:pt x="3047" y="0"/>
                  </a:moveTo>
                  <a:lnTo>
                    <a:pt x="0" y="0"/>
                  </a:lnTo>
                  <a:lnTo>
                    <a:pt x="0" y="13715"/>
                  </a:lnTo>
                  <a:lnTo>
                    <a:pt x="3047" y="13715"/>
                  </a:lnTo>
                  <a:lnTo>
                    <a:pt x="3047" y="0"/>
                  </a:lnTo>
                  <a:close/>
                </a:path>
              </a:pathLst>
            </a:custGeom>
            <a:solidFill>
              <a:srgbClr val="E2E2E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4" name="object 34"/>
            <p:cNvSpPr/>
            <p:nvPr/>
          </p:nvSpPr>
          <p:spPr>
            <a:xfrm>
              <a:off x="801928" y="6624192"/>
              <a:ext cx="3175" cy="3175"/>
            </a:xfrm>
            <a:custGeom>
              <a:avLst/>
              <a:gdLst/>
              <a:ahLst/>
              <a:cxnLst/>
              <a:rect l="l" t="t" r="r" b="b"/>
              <a:pathLst>
                <a:path w="3175" h="3175">
                  <a:moveTo>
                    <a:pt x="3048" y="0"/>
                  </a:moveTo>
                  <a:lnTo>
                    <a:pt x="0" y="0"/>
                  </a:lnTo>
                  <a:lnTo>
                    <a:pt x="0" y="3048"/>
                  </a:lnTo>
                  <a:lnTo>
                    <a:pt x="3048" y="3048"/>
                  </a:lnTo>
                  <a:lnTo>
                    <a:pt x="3048" y="0"/>
                  </a:lnTo>
                  <a:close/>
                </a:path>
              </a:pathLst>
            </a:custGeom>
            <a:solidFill>
              <a:srgbClr val="9F9F9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5" name="object 35"/>
            <p:cNvSpPr/>
            <p:nvPr/>
          </p:nvSpPr>
          <p:spPr>
            <a:xfrm>
              <a:off x="801928" y="6624192"/>
              <a:ext cx="6402070" cy="3175"/>
            </a:xfrm>
            <a:custGeom>
              <a:avLst/>
              <a:gdLst/>
              <a:ahLst/>
              <a:cxnLst/>
              <a:rect l="l" t="t" r="r" b="b"/>
              <a:pathLst>
                <a:path w="6402070" h="3175">
                  <a:moveTo>
                    <a:pt x="6402006" y="0"/>
                  </a:moveTo>
                  <a:lnTo>
                    <a:pt x="6399022" y="0"/>
                  </a:lnTo>
                  <a:lnTo>
                    <a:pt x="3048" y="0"/>
                  </a:lnTo>
                  <a:lnTo>
                    <a:pt x="0" y="0"/>
                  </a:lnTo>
                  <a:lnTo>
                    <a:pt x="0" y="3048"/>
                  </a:lnTo>
                  <a:lnTo>
                    <a:pt x="3048" y="3048"/>
                  </a:lnTo>
                  <a:lnTo>
                    <a:pt x="6398971" y="3048"/>
                  </a:lnTo>
                  <a:lnTo>
                    <a:pt x="6402006" y="3048"/>
                  </a:lnTo>
                  <a:lnTo>
                    <a:pt x="6402006" y="0"/>
                  </a:lnTo>
                  <a:close/>
                </a:path>
              </a:pathLst>
            </a:custGeom>
            <a:solidFill>
              <a:srgbClr val="E2E2E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6" name="object 36"/>
          <p:cNvSpPr txBox="1"/>
          <p:nvPr/>
        </p:nvSpPr>
        <p:spPr>
          <a:xfrm>
            <a:off x="749604" y="6797420"/>
            <a:ext cx="6219825" cy="57277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ts val="1525"/>
              </a:lnSpc>
              <a:spcBef>
                <a:spcPts val="95"/>
              </a:spcBef>
            </a:pPr>
            <a:r>
              <a:rPr sz="1300" b="1" dirty="0">
                <a:latin typeface="Times New Roman"/>
                <a:cs typeface="Times New Roman"/>
              </a:rPr>
              <a:t>3.6</a:t>
            </a:r>
            <a:r>
              <a:rPr sz="1300" b="1" spc="-30" dirty="0">
                <a:latin typeface="Times New Roman"/>
                <a:cs typeface="Times New Roman"/>
              </a:rPr>
              <a:t> </a:t>
            </a:r>
            <a:r>
              <a:rPr sz="1300" b="1" dirty="0">
                <a:latin typeface="Times New Roman"/>
                <a:cs typeface="Times New Roman"/>
              </a:rPr>
              <a:t>Display</a:t>
            </a:r>
            <a:r>
              <a:rPr sz="1300" b="1" spc="-25" dirty="0">
                <a:latin typeface="Times New Roman"/>
                <a:cs typeface="Times New Roman"/>
              </a:rPr>
              <a:t> </a:t>
            </a:r>
            <a:r>
              <a:rPr sz="1300" b="1" dirty="0">
                <a:latin typeface="Times New Roman"/>
                <a:cs typeface="Times New Roman"/>
              </a:rPr>
              <a:t>Success</a:t>
            </a:r>
            <a:r>
              <a:rPr sz="1300" b="1" spc="-25" dirty="0">
                <a:latin typeface="Times New Roman"/>
                <a:cs typeface="Times New Roman"/>
              </a:rPr>
              <a:t> </a:t>
            </a:r>
            <a:r>
              <a:rPr sz="1300" b="1" spc="-10" dirty="0">
                <a:latin typeface="Times New Roman"/>
                <a:cs typeface="Times New Roman"/>
              </a:rPr>
              <a:t>Message:</a:t>
            </a:r>
            <a:endParaRPr sz="1300">
              <a:latin typeface="Times New Roman"/>
              <a:cs typeface="Times New Roman"/>
            </a:endParaRPr>
          </a:p>
          <a:p>
            <a:pPr marL="149225" marR="5080">
              <a:lnSpc>
                <a:spcPts val="1380"/>
              </a:lnSpc>
              <a:spcBef>
                <a:spcPts val="60"/>
              </a:spcBef>
            </a:pPr>
            <a:r>
              <a:rPr sz="1200" i="1" dirty="0">
                <a:latin typeface="Times New Roman"/>
                <a:cs typeface="Times New Roman"/>
              </a:rPr>
              <a:t>(Show</a:t>
            </a:r>
            <a:r>
              <a:rPr sz="1200" i="1" spc="-2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a</a:t>
            </a:r>
            <a:r>
              <a:rPr sz="1200" i="1" spc="-1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confirmation</a:t>
            </a:r>
            <a:r>
              <a:rPr sz="1200" i="1" spc="-1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message</a:t>
            </a:r>
            <a:r>
              <a:rPr sz="1200" i="1" spc="-1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after</a:t>
            </a:r>
            <a:r>
              <a:rPr sz="1200" i="1" spc="-2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successful</a:t>
            </a:r>
            <a:r>
              <a:rPr sz="1200" i="1" spc="-1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registration</a:t>
            </a:r>
            <a:r>
              <a:rPr sz="1200" i="1" spc="-1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and</a:t>
            </a:r>
            <a:r>
              <a:rPr sz="1200" i="1" spc="-1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remove</a:t>
            </a:r>
            <a:r>
              <a:rPr sz="1200" i="1" spc="-2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it</a:t>
            </a:r>
            <a:r>
              <a:rPr sz="1200" i="1" spc="-15" dirty="0">
                <a:latin typeface="Times New Roman"/>
                <a:cs typeface="Times New Roman"/>
              </a:rPr>
              <a:t> </a:t>
            </a:r>
            <a:r>
              <a:rPr sz="1200" i="1" spc="-10" dirty="0">
                <a:latin typeface="Times New Roman"/>
                <a:cs typeface="Times New Roman"/>
              </a:rPr>
              <a:t>automatically</a:t>
            </a:r>
            <a:r>
              <a:rPr sz="1200" i="1" spc="-2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after</a:t>
            </a:r>
            <a:r>
              <a:rPr sz="1200" i="1" spc="-2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a</a:t>
            </a:r>
            <a:r>
              <a:rPr sz="1200" i="1" spc="-15" dirty="0">
                <a:latin typeface="Times New Roman"/>
                <a:cs typeface="Times New Roman"/>
              </a:rPr>
              <a:t> </a:t>
            </a:r>
            <a:r>
              <a:rPr sz="1200" i="1" spc="-25" dirty="0">
                <a:latin typeface="Times New Roman"/>
                <a:cs typeface="Times New Roman"/>
              </a:rPr>
              <a:t>few </a:t>
            </a:r>
            <a:r>
              <a:rPr sz="1200" i="1" spc="-10" dirty="0">
                <a:latin typeface="Times New Roman"/>
                <a:cs typeface="Times New Roman"/>
              </a:rPr>
              <a:t>seconds.)</a:t>
            </a:r>
            <a:endParaRPr sz="1200">
              <a:latin typeface="Times New Roman"/>
              <a:cs typeface="Times New Roman"/>
            </a:endParaRPr>
          </a:p>
        </p:txBody>
      </p:sp>
      <p:grpSp>
        <p:nvGrpSpPr>
          <p:cNvPr id="37" name="object 37"/>
          <p:cNvGrpSpPr/>
          <p:nvPr/>
        </p:nvGrpSpPr>
        <p:grpSpPr>
          <a:xfrm>
            <a:off x="801369" y="7851775"/>
            <a:ext cx="6402705" cy="20955"/>
            <a:chOff x="801369" y="7851775"/>
            <a:chExt cx="6402705" cy="20955"/>
          </a:xfrm>
        </p:grpSpPr>
        <p:sp>
          <p:nvSpPr>
            <p:cNvPr id="38" name="object 38"/>
            <p:cNvSpPr/>
            <p:nvPr/>
          </p:nvSpPr>
          <p:spPr>
            <a:xfrm>
              <a:off x="801370" y="7851774"/>
              <a:ext cx="6400800" cy="19685"/>
            </a:xfrm>
            <a:custGeom>
              <a:avLst/>
              <a:gdLst/>
              <a:ahLst/>
              <a:cxnLst/>
              <a:rect l="l" t="t" r="r" b="b"/>
              <a:pathLst>
                <a:path w="6400800" h="19684">
                  <a:moveTo>
                    <a:pt x="6400800" y="0"/>
                  </a:moveTo>
                  <a:lnTo>
                    <a:pt x="0" y="0"/>
                  </a:lnTo>
                  <a:lnTo>
                    <a:pt x="0" y="19685"/>
                  </a:lnTo>
                  <a:lnTo>
                    <a:pt x="6400800" y="19685"/>
                  </a:lnTo>
                  <a:lnTo>
                    <a:pt x="6400800" y="0"/>
                  </a:lnTo>
                  <a:close/>
                </a:path>
              </a:pathLst>
            </a:custGeom>
            <a:solidFill>
              <a:srgbClr val="9F9F9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9" name="object 39"/>
            <p:cNvSpPr/>
            <p:nvPr/>
          </p:nvSpPr>
          <p:spPr>
            <a:xfrm>
              <a:off x="7200899" y="7852918"/>
              <a:ext cx="3175" cy="3175"/>
            </a:xfrm>
            <a:custGeom>
              <a:avLst/>
              <a:gdLst/>
              <a:ahLst/>
              <a:cxnLst/>
              <a:rect l="l" t="t" r="r" b="b"/>
              <a:pathLst>
                <a:path w="3175" h="3175">
                  <a:moveTo>
                    <a:pt x="3047" y="0"/>
                  </a:moveTo>
                  <a:lnTo>
                    <a:pt x="0" y="0"/>
                  </a:lnTo>
                  <a:lnTo>
                    <a:pt x="0" y="3047"/>
                  </a:lnTo>
                  <a:lnTo>
                    <a:pt x="3047" y="3047"/>
                  </a:lnTo>
                  <a:lnTo>
                    <a:pt x="3047" y="0"/>
                  </a:lnTo>
                  <a:close/>
                </a:path>
              </a:pathLst>
            </a:custGeom>
            <a:solidFill>
              <a:srgbClr val="E2E2E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0" name="object 40"/>
            <p:cNvSpPr/>
            <p:nvPr/>
          </p:nvSpPr>
          <p:spPr>
            <a:xfrm>
              <a:off x="801928" y="7852930"/>
              <a:ext cx="6402070" cy="17145"/>
            </a:xfrm>
            <a:custGeom>
              <a:avLst/>
              <a:gdLst/>
              <a:ahLst/>
              <a:cxnLst/>
              <a:rect l="l" t="t" r="r" b="b"/>
              <a:pathLst>
                <a:path w="6402070" h="17145">
                  <a:moveTo>
                    <a:pt x="3048" y="3035"/>
                  </a:moveTo>
                  <a:lnTo>
                    <a:pt x="0" y="3035"/>
                  </a:lnTo>
                  <a:lnTo>
                    <a:pt x="0" y="16751"/>
                  </a:lnTo>
                  <a:lnTo>
                    <a:pt x="3048" y="16751"/>
                  </a:lnTo>
                  <a:lnTo>
                    <a:pt x="3048" y="3035"/>
                  </a:lnTo>
                  <a:close/>
                </a:path>
                <a:path w="6402070" h="17145">
                  <a:moveTo>
                    <a:pt x="6402006" y="0"/>
                  </a:moveTo>
                  <a:lnTo>
                    <a:pt x="6398971" y="0"/>
                  </a:lnTo>
                  <a:lnTo>
                    <a:pt x="6398971" y="3035"/>
                  </a:lnTo>
                  <a:lnTo>
                    <a:pt x="6402006" y="3035"/>
                  </a:lnTo>
                  <a:lnTo>
                    <a:pt x="6402006" y="0"/>
                  </a:lnTo>
                  <a:close/>
                </a:path>
              </a:pathLst>
            </a:custGeom>
            <a:solidFill>
              <a:srgbClr val="9F9F9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1" name="object 41"/>
            <p:cNvSpPr/>
            <p:nvPr/>
          </p:nvSpPr>
          <p:spPr>
            <a:xfrm>
              <a:off x="7200899" y="7855966"/>
              <a:ext cx="3175" cy="13970"/>
            </a:xfrm>
            <a:custGeom>
              <a:avLst/>
              <a:gdLst/>
              <a:ahLst/>
              <a:cxnLst/>
              <a:rect l="l" t="t" r="r" b="b"/>
              <a:pathLst>
                <a:path w="3175" h="13970">
                  <a:moveTo>
                    <a:pt x="3047" y="0"/>
                  </a:moveTo>
                  <a:lnTo>
                    <a:pt x="0" y="0"/>
                  </a:lnTo>
                  <a:lnTo>
                    <a:pt x="0" y="13716"/>
                  </a:lnTo>
                  <a:lnTo>
                    <a:pt x="3047" y="13716"/>
                  </a:lnTo>
                  <a:lnTo>
                    <a:pt x="3047" y="0"/>
                  </a:lnTo>
                  <a:close/>
                </a:path>
              </a:pathLst>
            </a:custGeom>
            <a:solidFill>
              <a:srgbClr val="E2E2E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2" name="object 42"/>
            <p:cNvSpPr/>
            <p:nvPr/>
          </p:nvSpPr>
          <p:spPr>
            <a:xfrm>
              <a:off x="801928" y="7869682"/>
              <a:ext cx="3175" cy="3175"/>
            </a:xfrm>
            <a:custGeom>
              <a:avLst/>
              <a:gdLst/>
              <a:ahLst/>
              <a:cxnLst/>
              <a:rect l="l" t="t" r="r" b="b"/>
              <a:pathLst>
                <a:path w="3175" h="3175">
                  <a:moveTo>
                    <a:pt x="3048" y="0"/>
                  </a:moveTo>
                  <a:lnTo>
                    <a:pt x="0" y="0"/>
                  </a:lnTo>
                  <a:lnTo>
                    <a:pt x="0" y="3047"/>
                  </a:lnTo>
                  <a:lnTo>
                    <a:pt x="3048" y="3047"/>
                  </a:lnTo>
                  <a:lnTo>
                    <a:pt x="3048" y="0"/>
                  </a:lnTo>
                  <a:close/>
                </a:path>
              </a:pathLst>
            </a:custGeom>
            <a:solidFill>
              <a:srgbClr val="9F9F9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3" name="object 43"/>
            <p:cNvSpPr/>
            <p:nvPr/>
          </p:nvSpPr>
          <p:spPr>
            <a:xfrm>
              <a:off x="801928" y="7869694"/>
              <a:ext cx="6402070" cy="3175"/>
            </a:xfrm>
            <a:custGeom>
              <a:avLst/>
              <a:gdLst/>
              <a:ahLst/>
              <a:cxnLst/>
              <a:rect l="l" t="t" r="r" b="b"/>
              <a:pathLst>
                <a:path w="6402070" h="3175">
                  <a:moveTo>
                    <a:pt x="6402006" y="0"/>
                  </a:moveTo>
                  <a:lnTo>
                    <a:pt x="6399022" y="0"/>
                  </a:lnTo>
                  <a:lnTo>
                    <a:pt x="3048" y="0"/>
                  </a:lnTo>
                  <a:lnTo>
                    <a:pt x="0" y="0"/>
                  </a:lnTo>
                  <a:lnTo>
                    <a:pt x="0" y="3035"/>
                  </a:lnTo>
                  <a:lnTo>
                    <a:pt x="3048" y="3035"/>
                  </a:lnTo>
                  <a:lnTo>
                    <a:pt x="6398971" y="3035"/>
                  </a:lnTo>
                  <a:lnTo>
                    <a:pt x="6402006" y="3035"/>
                  </a:lnTo>
                  <a:lnTo>
                    <a:pt x="6402006" y="0"/>
                  </a:lnTo>
                  <a:close/>
                </a:path>
              </a:pathLst>
            </a:custGeom>
            <a:solidFill>
              <a:srgbClr val="E2E2E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4" name="object 44"/>
          <p:cNvSpPr txBox="1"/>
          <p:nvPr/>
        </p:nvSpPr>
        <p:spPr>
          <a:xfrm>
            <a:off x="796848" y="8129777"/>
            <a:ext cx="5430520" cy="54991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300" b="1" dirty="0">
                <a:latin typeface="Times New Roman"/>
                <a:cs typeface="Times New Roman"/>
              </a:rPr>
              <a:t>3.7</a:t>
            </a:r>
            <a:r>
              <a:rPr sz="1300" b="1" spc="-55" dirty="0">
                <a:latin typeface="Times New Roman"/>
                <a:cs typeface="Times New Roman"/>
              </a:rPr>
              <a:t> </a:t>
            </a:r>
            <a:r>
              <a:rPr sz="1300" b="1" dirty="0">
                <a:latin typeface="Times New Roman"/>
                <a:cs typeface="Times New Roman"/>
              </a:rPr>
              <a:t>Input</a:t>
            </a:r>
            <a:r>
              <a:rPr sz="1300" b="1" spc="-40" dirty="0">
                <a:latin typeface="Times New Roman"/>
                <a:cs typeface="Times New Roman"/>
              </a:rPr>
              <a:t> </a:t>
            </a:r>
            <a:r>
              <a:rPr sz="1300" b="1" dirty="0">
                <a:latin typeface="Times New Roman"/>
                <a:cs typeface="Times New Roman"/>
              </a:rPr>
              <a:t>Field</a:t>
            </a:r>
            <a:r>
              <a:rPr sz="1300" b="1" spc="-30" dirty="0">
                <a:latin typeface="Times New Roman"/>
                <a:cs typeface="Times New Roman"/>
              </a:rPr>
              <a:t> </a:t>
            </a:r>
            <a:r>
              <a:rPr sz="1300" b="1" spc="-10" dirty="0">
                <a:latin typeface="Times New Roman"/>
                <a:cs typeface="Times New Roman"/>
              </a:rPr>
              <a:t>Feedback:</a:t>
            </a:r>
            <a:endParaRPr sz="1300">
              <a:latin typeface="Times New Roman"/>
              <a:cs typeface="Times New Roman"/>
            </a:endParaRPr>
          </a:p>
          <a:p>
            <a:pPr marL="102235">
              <a:lnSpc>
                <a:spcPct val="100000"/>
              </a:lnSpc>
              <a:spcBef>
                <a:spcPts val="1130"/>
              </a:spcBef>
            </a:pPr>
            <a:r>
              <a:rPr sz="1200" i="1" dirty="0">
                <a:latin typeface="Times New Roman"/>
                <a:cs typeface="Times New Roman"/>
              </a:rPr>
              <a:t>(Provide</a:t>
            </a:r>
            <a:r>
              <a:rPr sz="1200" i="1" spc="-3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visual</a:t>
            </a:r>
            <a:r>
              <a:rPr sz="1200" i="1" spc="-2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feedback</a:t>
            </a:r>
            <a:r>
              <a:rPr sz="1200" i="1" spc="-2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by</a:t>
            </a:r>
            <a:r>
              <a:rPr sz="1200" i="1" spc="-3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highlighting</a:t>
            </a:r>
            <a:r>
              <a:rPr sz="1200" i="1" spc="-3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valid</a:t>
            </a:r>
            <a:r>
              <a:rPr sz="1200" i="1" spc="-3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fields</a:t>
            </a:r>
            <a:r>
              <a:rPr sz="1200" i="1" spc="-3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in</a:t>
            </a:r>
            <a:r>
              <a:rPr sz="1200" i="1" spc="-3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green</a:t>
            </a:r>
            <a:r>
              <a:rPr sz="1200" i="1" spc="-3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and</a:t>
            </a:r>
            <a:r>
              <a:rPr sz="1200" i="1" spc="-3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invalid</a:t>
            </a:r>
            <a:r>
              <a:rPr sz="1200" i="1" spc="-3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fields</a:t>
            </a:r>
            <a:r>
              <a:rPr sz="1200" i="1" spc="-3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in</a:t>
            </a:r>
            <a:r>
              <a:rPr sz="1200" i="1" spc="-30" dirty="0">
                <a:latin typeface="Times New Roman"/>
                <a:cs typeface="Times New Roman"/>
              </a:rPr>
              <a:t> </a:t>
            </a:r>
            <a:r>
              <a:rPr sz="1200" i="1" spc="-10" dirty="0">
                <a:latin typeface="Times New Roman"/>
                <a:cs typeface="Times New Roman"/>
              </a:rPr>
              <a:t>red.)</a:t>
            </a:r>
            <a:endParaRPr sz="1200">
              <a:latin typeface="Times New Roman"/>
              <a:cs typeface="Times New Roman"/>
            </a:endParaRPr>
          </a:p>
        </p:txBody>
      </p:sp>
      <p:grpSp>
        <p:nvGrpSpPr>
          <p:cNvPr id="45" name="object 45"/>
          <p:cNvGrpSpPr/>
          <p:nvPr/>
        </p:nvGrpSpPr>
        <p:grpSpPr>
          <a:xfrm>
            <a:off x="801369" y="9290050"/>
            <a:ext cx="6402705" cy="21590"/>
            <a:chOff x="801369" y="9290050"/>
            <a:chExt cx="6402705" cy="21590"/>
          </a:xfrm>
        </p:grpSpPr>
        <p:sp>
          <p:nvSpPr>
            <p:cNvPr id="46" name="object 46"/>
            <p:cNvSpPr/>
            <p:nvPr/>
          </p:nvSpPr>
          <p:spPr>
            <a:xfrm>
              <a:off x="801370" y="9290062"/>
              <a:ext cx="6400800" cy="20320"/>
            </a:xfrm>
            <a:custGeom>
              <a:avLst/>
              <a:gdLst/>
              <a:ahLst/>
              <a:cxnLst/>
              <a:rect l="l" t="t" r="r" b="b"/>
              <a:pathLst>
                <a:path w="6400800" h="20320">
                  <a:moveTo>
                    <a:pt x="6400800" y="0"/>
                  </a:moveTo>
                  <a:lnTo>
                    <a:pt x="0" y="0"/>
                  </a:lnTo>
                  <a:lnTo>
                    <a:pt x="0" y="20307"/>
                  </a:lnTo>
                  <a:lnTo>
                    <a:pt x="6400800" y="20307"/>
                  </a:lnTo>
                  <a:lnTo>
                    <a:pt x="6400800" y="0"/>
                  </a:lnTo>
                  <a:close/>
                </a:path>
              </a:pathLst>
            </a:custGeom>
            <a:solidFill>
              <a:srgbClr val="9F9F9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7" name="object 47"/>
            <p:cNvSpPr/>
            <p:nvPr/>
          </p:nvSpPr>
          <p:spPr>
            <a:xfrm>
              <a:off x="7200899" y="9291574"/>
              <a:ext cx="3175" cy="3175"/>
            </a:xfrm>
            <a:custGeom>
              <a:avLst/>
              <a:gdLst/>
              <a:ahLst/>
              <a:cxnLst/>
              <a:rect l="l" t="t" r="r" b="b"/>
              <a:pathLst>
                <a:path w="3175" h="3175">
                  <a:moveTo>
                    <a:pt x="3047" y="0"/>
                  </a:moveTo>
                  <a:lnTo>
                    <a:pt x="0" y="0"/>
                  </a:lnTo>
                  <a:lnTo>
                    <a:pt x="0" y="3047"/>
                  </a:lnTo>
                  <a:lnTo>
                    <a:pt x="3047" y="3047"/>
                  </a:lnTo>
                  <a:lnTo>
                    <a:pt x="3047" y="0"/>
                  </a:lnTo>
                  <a:close/>
                </a:path>
              </a:pathLst>
            </a:custGeom>
            <a:solidFill>
              <a:srgbClr val="E2E2E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8" name="object 48"/>
            <p:cNvSpPr/>
            <p:nvPr/>
          </p:nvSpPr>
          <p:spPr>
            <a:xfrm>
              <a:off x="801928" y="9291586"/>
              <a:ext cx="6402070" cy="17145"/>
            </a:xfrm>
            <a:custGeom>
              <a:avLst/>
              <a:gdLst/>
              <a:ahLst/>
              <a:cxnLst/>
              <a:rect l="l" t="t" r="r" b="b"/>
              <a:pathLst>
                <a:path w="6402070" h="17145">
                  <a:moveTo>
                    <a:pt x="3048" y="3048"/>
                  </a:moveTo>
                  <a:lnTo>
                    <a:pt x="0" y="3048"/>
                  </a:lnTo>
                  <a:lnTo>
                    <a:pt x="0" y="16751"/>
                  </a:lnTo>
                  <a:lnTo>
                    <a:pt x="3048" y="16751"/>
                  </a:lnTo>
                  <a:lnTo>
                    <a:pt x="3048" y="3048"/>
                  </a:lnTo>
                  <a:close/>
                </a:path>
                <a:path w="6402070" h="17145">
                  <a:moveTo>
                    <a:pt x="6402006" y="0"/>
                  </a:moveTo>
                  <a:lnTo>
                    <a:pt x="6398971" y="0"/>
                  </a:lnTo>
                  <a:lnTo>
                    <a:pt x="6398971" y="3035"/>
                  </a:lnTo>
                  <a:lnTo>
                    <a:pt x="6402006" y="3035"/>
                  </a:lnTo>
                  <a:lnTo>
                    <a:pt x="6402006" y="0"/>
                  </a:lnTo>
                  <a:close/>
                </a:path>
              </a:pathLst>
            </a:custGeom>
            <a:solidFill>
              <a:srgbClr val="9F9F9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9" name="object 49"/>
            <p:cNvSpPr/>
            <p:nvPr/>
          </p:nvSpPr>
          <p:spPr>
            <a:xfrm>
              <a:off x="7200899" y="9294622"/>
              <a:ext cx="3175" cy="13970"/>
            </a:xfrm>
            <a:custGeom>
              <a:avLst/>
              <a:gdLst/>
              <a:ahLst/>
              <a:cxnLst/>
              <a:rect l="l" t="t" r="r" b="b"/>
              <a:pathLst>
                <a:path w="3175" h="13970">
                  <a:moveTo>
                    <a:pt x="3047" y="0"/>
                  </a:moveTo>
                  <a:lnTo>
                    <a:pt x="0" y="0"/>
                  </a:lnTo>
                  <a:lnTo>
                    <a:pt x="0" y="13715"/>
                  </a:lnTo>
                  <a:lnTo>
                    <a:pt x="3047" y="13715"/>
                  </a:lnTo>
                  <a:lnTo>
                    <a:pt x="3047" y="0"/>
                  </a:lnTo>
                  <a:close/>
                </a:path>
              </a:pathLst>
            </a:custGeom>
            <a:solidFill>
              <a:srgbClr val="E2E2E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0" name="object 50"/>
            <p:cNvSpPr/>
            <p:nvPr/>
          </p:nvSpPr>
          <p:spPr>
            <a:xfrm>
              <a:off x="801928" y="9308338"/>
              <a:ext cx="3175" cy="3175"/>
            </a:xfrm>
            <a:custGeom>
              <a:avLst/>
              <a:gdLst/>
              <a:ahLst/>
              <a:cxnLst/>
              <a:rect l="l" t="t" r="r" b="b"/>
              <a:pathLst>
                <a:path w="3175" h="3175">
                  <a:moveTo>
                    <a:pt x="3048" y="0"/>
                  </a:moveTo>
                  <a:lnTo>
                    <a:pt x="0" y="0"/>
                  </a:lnTo>
                  <a:lnTo>
                    <a:pt x="0" y="3047"/>
                  </a:lnTo>
                  <a:lnTo>
                    <a:pt x="3048" y="3047"/>
                  </a:lnTo>
                  <a:lnTo>
                    <a:pt x="3048" y="0"/>
                  </a:lnTo>
                  <a:close/>
                </a:path>
              </a:pathLst>
            </a:custGeom>
            <a:solidFill>
              <a:srgbClr val="9F9F9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1" name="object 51"/>
            <p:cNvSpPr/>
            <p:nvPr/>
          </p:nvSpPr>
          <p:spPr>
            <a:xfrm>
              <a:off x="801928" y="9308350"/>
              <a:ext cx="6402070" cy="3175"/>
            </a:xfrm>
            <a:custGeom>
              <a:avLst/>
              <a:gdLst/>
              <a:ahLst/>
              <a:cxnLst/>
              <a:rect l="l" t="t" r="r" b="b"/>
              <a:pathLst>
                <a:path w="6402070" h="3175">
                  <a:moveTo>
                    <a:pt x="6402006" y="0"/>
                  </a:moveTo>
                  <a:lnTo>
                    <a:pt x="6399022" y="0"/>
                  </a:lnTo>
                  <a:lnTo>
                    <a:pt x="3048" y="0"/>
                  </a:lnTo>
                  <a:lnTo>
                    <a:pt x="0" y="0"/>
                  </a:lnTo>
                  <a:lnTo>
                    <a:pt x="0" y="3035"/>
                  </a:lnTo>
                  <a:lnTo>
                    <a:pt x="3048" y="3035"/>
                  </a:lnTo>
                  <a:lnTo>
                    <a:pt x="6398971" y="3035"/>
                  </a:lnTo>
                  <a:lnTo>
                    <a:pt x="6402006" y="3035"/>
                  </a:lnTo>
                  <a:lnTo>
                    <a:pt x="6402006" y="0"/>
                  </a:lnTo>
                  <a:close/>
                </a:path>
              </a:pathLst>
            </a:custGeom>
            <a:solidFill>
              <a:srgbClr val="E2E2E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pic>
        <p:nvPicPr>
          <p:cNvPr id="52" name="object 52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683259" y="503554"/>
            <a:ext cx="1495933" cy="369697"/>
          </a:xfrm>
          <a:prstGeom prst="rect">
            <a:avLst/>
          </a:prstGeom>
        </p:spPr>
      </p:pic>
      <p:pic>
        <p:nvPicPr>
          <p:cNvPr id="53" name="object 53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2749550" y="503554"/>
            <a:ext cx="1004798" cy="56642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4416425" y="644562"/>
            <a:ext cx="996314" cy="434174"/>
          </a:xfrm>
          <a:prstGeom prst="rect">
            <a:avLst/>
          </a:prstGeom>
        </p:spPr>
      </p:pic>
      <p:pic>
        <p:nvPicPr>
          <p:cNvPr id="3" name="object 3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6073775" y="665479"/>
            <a:ext cx="1074407" cy="401954"/>
          </a:xfrm>
          <a:prstGeom prst="rect">
            <a:avLst/>
          </a:prstGeom>
        </p:spPr>
      </p:pic>
      <p:sp>
        <p:nvSpPr>
          <p:cNvPr id="4" name="object 4"/>
          <p:cNvSpPr txBox="1"/>
          <p:nvPr/>
        </p:nvSpPr>
        <p:spPr>
          <a:xfrm>
            <a:off x="796848" y="1586229"/>
            <a:ext cx="5748655" cy="69786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300" b="1" dirty="0">
                <a:latin typeface="Times New Roman"/>
                <a:cs typeface="Times New Roman"/>
              </a:rPr>
              <a:t>3.8</a:t>
            </a:r>
            <a:r>
              <a:rPr sz="1300" b="1" spc="-35" dirty="0">
                <a:latin typeface="Times New Roman"/>
                <a:cs typeface="Times New Roman"/>
              </a:rPr>
              <a:t> </a:t>
            </a:r>
            <a:r>
              <a:rPr sz="1300" b="1" dirty="0">
                <a:latin typeface="Times New Roman"/>
                <a:cs typeface="Times New Roman"/>
              </a:rPr>
              <a:t>Optional</a:t>
            </a:r>
            <a:r>
              <a:rPr sz="1300" b="1" spc="-35" dirty="0">
                <a:latin typeface="Times New Roman"/>
                <a:cs typeface="Times New Roman"/>
              </a:rPr>
              <a:t> </a:t>
            </a:r>
            <a:r>
              <a:rPr sz="1300" b="1" spc="-10" dirty="0">
                <a:latin typeface="Times New Roman"/>
                <a:cs typeface="Times New Roman"/>
              </a:rPr>
              <a:t>Enhancements:</a:t>
            </a:r>
            <a:endParaRPr sz="1300">
              <a:latin typeface="Times New Roman"/>
              <a:cs typeface="Times New Roman"/>
            </a:endParaRPr>
          </a:p>
          <a:p>
            <a:pPr marL="102235" marR="5080">
              <a:lnSpc>
                <a:spcPts val="1380"/>
              </a:lnSpc>
              <a:spcBef>
                <a:spcPts val="1010"/>
              </a:spcBef>
            </a:pPr>
            <a:r>
              <a:rPr sz="1200" i="1" dirty="0">
                <a:latin typeface="Times New Roman"/>
                <a:cs typeface="Times New Roman"/>
              </a:rPr>
              <a:t>(Implement</a:t>
            </a:r>
            <a:r>
              <a:rPr sz="1200" i="1" spc="-3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additional</a:t>
            </a:r>
            <a:r>
              <a:rPr sz="1200" i="1" spc="-3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features</a:t>
            </a:r>
            <a:r>
              <a:rPr sz="1200" i="1" spc="-4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such</a:t>
            </a:r>
            <a:r>
              <a:rPr sz="1200" i="1" spc="-3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as</a:t>
            </a:r>
            <a:r>
              <a:rPr sz="1200" i="1" spc="-4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participant</a:t>
            </a:r>
            <a:r>
              <a:rPr sz="1200" i="1" spc="-3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count,</a:t>
            </a:r>
            <a:r>
              <a:rPr sz="1200" i="1" spc="-3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delete</a:t>
            </a:r>
            <a:r>
              <a:rPr sz="1200" i="1" spc="-4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row</a:t>
            </a:r>
            <a:r>
              <a:rPr sz="1200" i="1" spc="-3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option,</a:t>
            </a:r>
            <a:r>
              <a:rPr sz="1200" i="1" spc="-3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duplicate</a:t>
            </a:r>
            <a:r>
              <a:rPr sz="1200" i="1" spc="-30" dirty="0">
                <a:latin typeface="Times New Roman"/>
                <a:cs typeface="Times New Roman"/>
              </a:rPr>
              <a:t> </a:t>
            </a:r>
            <a:r>
              <a:rPr sz="1200" i="1" spc="-10" dirty="0">
                <a:latin typeface="Times New Roman"/>
                <a:cs typeface="Times New Roman"/>
              </a:rPr>
              <a:t>email </a:t>
            </a:r>
            <a:r>
              <a:rPr sz="1200" i="1" dirty="0">
                <a:latin typeface="Times New Roman"/>
                <a:cs typeface="Times New Roman"/>
              </a:rPr>
              <a:t>prevention,</a:t>
            </a:r>
            <a:r>
              <a:rPr sz="1200" i="1" spc="-2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or</a:t>
            </a:r>
            <a:r>
              <a:rPr sz="1200" i="1" spc="-3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event</a:t>
            </a:r>
            <a:r>
              <a:rPr sz="1200" i="1" spc="-2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summary</a:t>
            </a:r>
            <a:r>
              <a:rPr sz="1200" i="1" spc="-30" dirty="0">
                <a:latin typeface="Times New Roman"/>
                <a:cs typeface="Times New Roman"/>
              </a:rPr>
              <a:t> </a:t>
            </a:r>
            <a:r>
              <a:rPr sz="1200" i="1" spc="-10" dirty="0">
                <a:latin typeface="Times New Roman"/>
                <a:cs typeface="Times New Roman"/>
              </a:rPr>
              <a:t>display.)</a:t>
            </a:r>
            <a:endParaRPr sz="1200">
              <a:latin typeface="Times New Roman"/>
              <a:cs typeface="Times New Roman"/>
            </a:endParaRPr>
          </a:p>
        </p:txBody>
      </p:sp>
      <p:grpSp>
        <p:nvGrpSpPr>
          <p:cNvPr id="5" name="object 5"/>
          <p:cNvGrpSpPr/>
          <p:nvPr/>
        </p:nvGrpSpPr>
        <p:grpSpPr>
          <a:xfrm>
            <a:off x="801369" y="2663824"/>
            <a:ext cx="6402705" cy="20320"/>
            <a:chOff x="801369" y="2663824"/>
            <a:chExt cx="6402705" cy="20320"/>
          </a:xfrm>
        </p:grpSpPr>
        <p:sp>
          <p:nvSpPr>
            <p:cNvPr id="6" name="object 6"/>
            <p:cNvSpPr/>
            <p:nvPr/>
          </p:nvSpPr>
          <p:spPr>
            <a:xfrm>
              <a:off x="801370" y="2663824"/>
              <a:ext cx="6400800" cy="19685"/>
            </a:xfrm>
            <a:custGeom>
              <a:avLst/>
              <a:gdLst/>
              <a:ahLst/>
              <a:cxnLst/>
              <a:rect l="l" t="t" r="r" b="b"/>
              <a:pathLst>
                <a:path w="6400800" h="19685">
                  <a:moveTo>
                    <a:pt x="6400800" y="0"/>
                  </a:moveTo>
                  <a:lnTo>
                    <a:pt x="0" y="0"/>
                  </a:lnTo>
                  <a:lnTo>
                    <a:pt x="0" y="19685"/>
                  </a:lnTo>
                  <a:lnTo>
                    <a:pt x="6400800" y="19685"/>
                  </a:lnTo>
                  <a:lnTo>
                    <a:pt x="6400800" y="0"/>
                  </a:lnTo>
                  <a:close/>
                </a:path>
              </a:pathLst>
            </a:custGeom>
            <a:solidFill>
              <a:srgbClr val="9F9F9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7200899" y="2664205"/>
              <a:ext cx="3175" cy="3175"/>
            </a:xfrm>
            <a:custGeom>
              <a:avLst/>
              <a:gdLst/>
              <a:ahLst/>
              <a:cxnLst/>
              <a:rect l="l" t="t" r="r" b="b"/>
              <a:pathLst>
                <a:path w="3175" h="3175">
                  <a:moveTo>
                    <a:pt x="3047" y="0"/>
                  </a:moveTo>
                  <a:lnTo>
                    <a:pt x="0" y="0"/>
                  </a:lnTo>
                  <a:lnTo>
                    <a:pt x="0" y="3048"/>
                  </a:lnTo>
                  <a:lnTo>
                    <a:pt x="3047" y="3048"/>
                  </a:lnTo>
                  <a:lnTo>
                    <a:pt x="3047" y="0"/>
                  </a:lnTo>
                  <a:close/>
                </a:path>
              </a:pathLst>
            </a:custGeom>
            <a:solidFill>
              <a:srgbClr val="E2E2E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8"/>
            <p:cNvSpPr/>
            <p:nvPr/>
          </p:nvSpPr>
          <p:spPr>
            <a:xfrm>
              <a:off x="801928" y="2664205"/>
              <a:ext cx="6402070" cy="17145"/>
            </a:xfrm>
            <a:custGeom>
              <a:avLst/>
              <a:gdLst/>
              <a:ahLst/>
              <a:cxnLst/>
              <a:rect l="l" t="t" r="r" b="b"/>
              <a:pathLst>
                <a:path w="6402070" h="17144">
                  <a:moveTo>
                    <a:pt x="3048" y="3048"/>
                  </a:moveTo>
                  <a:lnTo>
                    <a:pt x="0" y="3048"/>
                  </a:lnTo>
                  <a:lnTo>
                    <a:pt x="0" y="16764"/>
                  </a:lnTo>
                  <a:lnTo>
                    <a:pt x="3048" y="16764"/>
                  </a:lnTo>
                  <a:lnTo>
                    <a:pt x="3048" y="3048"/>
                  </a:lnTo>
                  <a:close/>
                </a:path>
                <a:path w="6402070" h="17144">
                  <a:moveTo>
                    <a:pt x="6402006" y="0"/>
                  </a:moveTo>
                  <a:lnTo>
                    <a:pt x="6398971" y="0"/>
                  </a:lnTo>
                  <a:lnTo>
                    <a:pt x="6398971" y="3048"/>
                  </a:lnTo>
                  <a:lnTo>
                    <a:pt x="6402006" y="3048"/>
                  </a:lnTo>
                  <a:lnTo>
                    <a:pt x="6402006" y="0"/>
                  </a:lnTo>
                  <a:close/>
                </a:path>
              </a:pathLst>
            </a:custGeom>
            <a:solidFill>
              <a:srgbClr val="9F9F9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9"/>
            <p:cNvSpPr/>
            <p:nvPr/>
          </p:nvSpPr>
          <p:spPr>
            <a:xfrm>
              <a:off x="7200899" y="2667253"/>
              <a:ext cx="3175" cy="13970"/>
            </a:xfrm>
            <a:custGeom>
              <a:avLst/>
              <a:gdLst/>
              <a:ahLst/>
              <a:cxnLst/>
              <a:rect l="l" t="t" r="r" b="b"/>
              <a:pathLst>
                <a:path w="3175" h="13969">
                  <a:moveTo>
                    <a:pt x="3047" y="0"/>
                  </a:moveTo>
                  <a:lnTo>
                    <a:pt x="0" y="0"/>
                  </a:lnTo>
                  <a:lnTo>
                    <a:pt x="0" y="13716"/>
                  </a:lnTo>
                  <a:lnTo>
                    <a:pt x="3047" y="13716"/>
                  </a:lnTo>
                  <a:lnTo>
                    <a:pt x="3047" y="0"/>
                  </a:lnTo>
                  <a:close/>
                </a:path>
              </a:pathLst>
            </a:custGeom>
            <a:solidFill>
              <a:srgbClr val="E2E2E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801928" y="2680969"/>
              <a:ext cx="3175" cy="3175"/>
            </a:xfrm>
            <a:custGeom>
              <a:avLst/>
              <a:gdLst/>
              <a:ahLst/>
              <a:cxnLst/>
              <a:rect l="l" t="t" r="r" b="b"/>
              <a:pathLst>
                <a:path w="3175" h="3175">
                  <a:moveTo>
                    <a:pt x="3048" y="0"/>
                  </a:moveTo>
                  <a:lnTo>
                    <a:pt x="0" y="0"/>
                  </a:lnTo>
                  <a:lnTo>
                    <a:pt x="0" y="3048"/>
                  </a:lnTo>
                  <a:lnTo>
                    <a:pt x="3048" y="3048"/>
                  </a:lnTo>
                  <a:lnTo>
                    <a:pt x="3048" y="0"/>
                  </a:lnTo>
                  <a:close/>
                </a:path>
              </a:pathLst>
            </a:custGeom>
            <a:solidFill>
              <a:srgbClr val="9F9F9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/>
            <p:cNvSpPr/>
            <p:nvPr/>
          </p:nvSpPr>
          <p:spPr>
            <a:xfrm>
              <a:off x="801928" y="2680969"/>
              <a:ext cx="6402070" cy="3175"/>
            </a:xfrm>
            <a:custGeom>
              <a:avLst/>
              <a:gdLst/>
              <a:ahLst/>
              <a:cxnLst/>
              <a:rect l="l" t="t" r="r" b="b"/>
              <a:pathLst>
                <a:path w="6402070" h="3175">
                  <a:moveTo>
                    <a:pt x="6402006" y="0"/>
                  </a:moveTo>
                  <a:lnTo>
                    <a:pt x="6399022" y="0"/>
                  </a:lnTo>
                  <a:lnTo>
                    <a:pt x="3048" y="0"/>
                  </a:lnTo>
                  <a:lnTo>
                    <a:pt x="0" y="0"/>
                  </a:lnTo>
                  <a:lnTo>
                    <a:pt x="0" y="3048"/>
                  </a:lnTo>
                  <a:lnTo>
                    <a:pt x="3048" y="3048"/>
                  </a:lnTo>
                  <a:lnTo>
                    <a:pt x="6398971" y="3048"/>
                  </a:lnTo>
                  <a:lnTo>
                    <a:pt x="6402006" y="3048"/>
                  </a:lnTo>
                  <a:lnTo>
                    <a:pt x="6402006" y="0"/>
                  </a:lnTo>
                  <a:close/>
                </a:path>
              </a:pathLst>
            </a:custGeom>
            <a:solidFill>
              <a:srgbClr val="E2E2E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2" name="object 12"/>
          <p:cNvSpPr txBox="1"/>
          <p:nvPr/>
        </p:nvSpPr>
        <p:spPr>
          <a:xfrm>
            <a:off x="748080" y="2995930"/>
            <a:ext cx="6297930" cy="71818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400" b="1" dirty="0">
                <a:solidFill>
                  <a:srgbClr val="3B78D7"/>
                </a:solidFill>
                <a:latin typeface="Times New Roman"/>
                <a:cs typeface="Times New Roman"/>
              </a:rPr>
              <a:t>4.JavaScript</a:t>
            </a:r>
            <a:r>
              <a:rPr sz="1400" b="1" spc="-45" dirty="0">
                <a:solidFill>
                  <a:srgbClr val="3B78D7"/>
                </a:solidFill>
                <a:latin typeface="Times New Roman"/>
                <a:cs typeface="Times New Roman"/>
              </a:rPr>
              <a:t> </a:t>
            </a:r>
            <a:r>
              <a:rPr sz="1400" b="1" dirty="0">
                <a:solidFill>
                  <a:srgbClr val="3B78D7"/>
                </a:solidFill>
                <a:latin typeface="Times New Roman"/>
                <a:cs typeface="Times New Roman"/>
              </a:rPr>
              <a:t>Concepts</a:t>
            </a:r>
            <a:r>
              <a:rPr sz="1400" b="1" spc="-50" dirty="0">
                <a:solidFill>
                  <a:srgbClr val="3B78D7"/>
                </a:solidFill>
                <a:latin typeface="Times New Roman"/>
                <a:cs typeface="Times New Roman"/>
              </a:rPr>
              <a:t> </a:t>
            </a:r>
            <a:r>
              <a:rPr sz="1400" b="1" spc="-20" dirty="0">
                <a:solidFill>
                  <a:srgbClr val="3B78D7"/>
                </a:solidFill>
                <a:latin typeface="Times New Roman"/>
                <a:cs typeface="Times New Roman"/>
              </a:rPr>
              <a:t>Used:</a:t>
            </a:r>
            <a:endParaRPr sz="1400">
              <a:latin typeface="Times New Roman"/>
              <a:cs typeface="Times New Roman"/>
            </a:endParaRPr>
          </a:p>
          <a:p>
            <a:pPr marL="60960" marR="5080" indent="38100">
              <a:lnSpc>
                <a:spcPts val="1390"/>
              </a:lnSpc>
              <a:spcBef>
                <a:spcPts val="1025"/>
              </a:spcBef>
            </a:pPr>
            <a:r>
              <a:rPr sz="1200" i="1" dirty="0">
                <a:latin typeface="Times New Roman"/>
                <a:cs typeface="Times New Roman"/>
              </a:rPr>
              <a:t>(Mention</a:t>
            </a:r>
            <a:r>
              <a:rPr sz="1200" i="1" spc="-3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the</a:t>
            </a:r>
            <a:r>
              <a:rPr sz="1200" i="1" spc="-3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JavaScript</a:t>
            </a:r>
            <a:r>
              <a:rPr sz="1200" i="1" spc="-2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concepts</a:t>
            </a:r>
            <a:r>
              <a:rPr sz="1200" i="1" spc="-3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applied</a:t>
            </a:r>
            <a:r>
              <a:rPr sz="1200" i="1" spc="-3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in</a:t>
            </a:r>
            <a:r>
              <a:rPr sz="1200" i="1" spc="-3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this</a:t>
            </a:r>
            <a:r>
              <a:rPr sz="1200" i="1" spc="-3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assignment,</a:t>
            </a:r>
            <a:r>
              <a:rPr sz="1200" i="1" spc="-3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such</a:t>
            </a:r>
            <a:r>
              <a:rPr sz="1200" i="1" spc="-3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as</a:t>
            </a:r>
            <a:r>
              <a:rPr sz="1200" i="1" spc="-3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DOM</a:t>
            </a:r>
            <a:r>
              <a:rPr sz="1200" i="1" spc="-2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selection,</a:t>
            </a:r>
            <a:r>
              <a:rPr sz="1200" i="1" spc="-3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event</a:t>
            </a:r>
            <a:r>
              <a:rPr sz="1200" i="1" spc="-30" dirty="0">
                <a:latin typeface="Times New Roman"/>
                <a:cs typeface="Times New Roman"/>
              </a:rPr>
              <a:t> </a:t>
            </a:r>
            <a:r>
              <a:rPr sz="1200" i="1" spc="-10" dirty="0">
                <a:latin typeface="Times New Roman"/>
                <a:cs typeface="Times New Roman"/>
              </a:rPr>
              <a:t>handling, </a:t>
            </a:r>
            <a:r>
              <a:rPr sz="1200" i="1" dirty="0">
                <a:latin typeface="Times New Roman"/>
                <a:cs typeface="Times New Roman"/>
              </a:rPr>
              <a:t>validation</a:t>
            </a:r>
            <a:r>
              <a:rPr sz="1200" i="1" spc="-4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logic,</a:t>
            </a:r>
            <a:r>
              <a:rPr sz="1200" i="1" spc="-4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dynamic</a:t>
            </a:r>
            <a:r>
              <a:rPr sz="1200" i="1" spc="-4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element</a:t>
            </a:r>
            <a:r>
              <a:rPr sz="1200" i="1" spc="-4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creation,</a:t>
            </a:r>
            <a:r>
              <a:rPr sz="1200" i="1" spc="-4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conditional</a:t>
            </a:r>
            <a:r>
              <a:rPr sz="1200" i="1" spc="-4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statements,</a:t>
            </a:r>
            <a:r>
              <a:rPr sz="1200" i="1" spc="-4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and</a:t>
            </a:r>
            <a:r>
              <a:rPr sz="1200" i="1" spc="-40" dirty="0">
                <a:latin typeface="Times New Roman"/>
                <a:cs typeface="Times New Roman"/>
              </a:rPr>
              <a:t> </a:t>
            </a:r>
            <a:r>
              <a:rPr sz="1200" i="1" spc="-10" dirty="0">
                <a:latin typeface="Times New Roman"/>
                <a:cs typeface="Times New Roman"/>
              </a:rPr>
              <a:t>setTimeout().)</a:t>
            </a:r>
            <a:endParaRPr sz="1200">
              <a:latin typeface="Times New Roman"/>
              <a:cs typeface="Times New Roman"/>
            </a:endParaRPr>
          </a:p>
        </p:txBody>
      </p:sp>
      <p:grpSp>
        <p:nvGrpSpPr>
          <p:cNvPr id="13" name="object 13"/>
          <p:cNvGrpSpPr/>
          <p:nvPr/>
        </p:nvGrpSpPr>
        <p:grpSpPr>
          <a:xfrm>
            <a:off x="801369" y="4133214"/>
            <a:ext cx="6402705" cy="20320"/>
            <a:chOff x="801369" y="4133214"/>
            <a:chExt cx="6402705" cy="20320"/>
          </a:xfrm>
        </p:grpSpPr>
        <p:sp>
          <p:nvSpPr>
            <p:cNvPr id="14" name="object 14"/>
            <p:cNvSpPr/>
            <p:nvPr/>
          </p:nvSpPr>
          <p:spPr>
            <a:xfrm>
              <a:off x="801370" y="4133227"/>
              <a:ext cx="6400800" cy="19685"/>
            </a:xfrm>
            <a:custGeom>
              <a:avLst/>
              <a:gdLst/>
              <a:ahLst/>
              <a:cxnLst/>
              <a:rect l="l" t="t" r="r" b="b"/>
              <a:pathLst>
                <a:path w="6400800" h="19685">
                  <a:moveTo>
                    <a:pt x="6400800" y="0"/>
                  </a:moveTo>
                  <a:lnTo>
                    <a:pt x="0" y="0"/>
                  </a:lnTo>
                  <a:lnTo>
                    <a:pt x="0" y="19685"/>
                  </a:lnTo>
                  <a:lnTo>
                    <a:pt x="6400800" y="19685"/>
                  </a:lnTo>
                  <a:lnTo>
                    <a:pt x="6400800" y="0"/>
                  </a:lnTo>
                  <a:close/>
                </a:path>
              </a:pathLst>
            </a:custGeom>
            <a:solidFill>
              <a:srgbClr val="9F9F9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5"/>
            <p:cNvSpPr/>
            <p:nvPr/>
          </p:nvSpPr>
          <p:spPr>
            <a:xfrm>
              <a:off x="7200899" y="4133722"/>
              <a:ext cx="3175" cy="3175"/>
            </a:xfrm>
            <a:custGeom>
              <a:avLst/>
              <a:gdLst/>
              <a:ahLst/>
              <a:cxnLst/>
              <a:rect l="l" t="t" r="r" b="b"/>
              <a:pathLst>
                <a:path w="3175" h="3175">
                  <a:moveTo>
                    <a:pt x="3047" y="0"/>
                  </a:moveTo>
                  <a:lnTo>
                    <a:pt x="0" y="0"/>
                  </a:lnTo>
                  <a:lnTo>
                    <a:pt x="0" y="3047"/>
                  </a:lnTo>
                  <a:lnTo>
                    <a:pt x="3047" y="3047"/>
                  </a:lnTo>
                  <a:lnTo>
                    <a:pt x="3047" y="0"/>
                  </a:lnTo>
                  <a:close/>
                </a:path>
              </a:pathLst>
            </a:custGeom>
            <a:solidFill>
              <a:srgbClr val="E2E2E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6" name="object 16"/>
            <p:cNvSpPr/>
            <p:nvPr/>
          </p:nvSpPr>
          <p:spPr>
            <a:xfrm>
              <a:off x="801928" y="4133735"/>
              <a:ext cx="6402070" cy="17145"/>
            </a:xfrm>
            <a:custGeom>
              <a:avLst/>
              <a:gdLst/>
              <a:ahLst/>
              <a:cxnLst/>
              <a:rect l="l" t="t" r="r" b="b"/>
              <a:pathLst>
                <a:path w="6402070" h="17145">
                  <a:moveTo>
                    <a:pt x="3048" y="3035"/>
                  </a:moveTo>
                  <a:lnTo>
                    <a:pt x="0" y="3035"/>
                  </a:lnTo>
                  <a:lnTo>
                    <a:pt x="0" y="16751"/>
                  </a:lnTo>
                  <a:lnTo>
                    <a:pt x="3048" y="16751"/>
                  </a:lnTo>
                  <a:lnTo>
                    <a:pt x="3048" y="3035"/>
                  </a:lnTo>
                  <a:close/>
                </a:path>
                <a:path w="6402070" h="17145">
                  <a:moveTo>
                    <a:pt x="6402006" y="0"/>
                  </a:moveTo>
                  <a:lnTo>
                    <a:pt x="6398971" y="0"/>
                  </a:lnTo>
                  <a:lnTo>
                    <a:pt x="6398971" y="3048"/>
                  </a:lnTo>
                  <a:lnTo>
                    <a:pt x="6402006" y="3048"/>
                  </a:lnTo>
                  <a:lnTo>
                    <a:pt x="6402006" y="0"/>
                  </a:lnTo>
                  <a:close/>
                </a:path>
              </a:pathLst>
            </a:custGeom>
            <a:solidFill>
              <a:srgbClr val="9F9F9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7" name="object 17"/>
            <p:cNvSpPr/>
            <p:nvPr/>
          </p:nvSpPr>
          <p:spPr>
            <a:xfrm>
              <a:off x="7200899" y="4136770"/>
              <a:ext cx="3175" cy="13970"/>
            </a:xfrm>
            <a:custGeom>
              <a:avLst/>
              <a:gdLst/>
              <a:ahLst/>
              <a:cxnLst/>
              <a:rect l="l" t="t" r="r" b="b"/>
              <a:pathLst>
                <a:path w="3175" h="13970">
                  <a:moveTo>
                    <a:pt x="3047" y="0"/>
                  </a:moveTo>
                  <a:lnTo>
                    <a:pt x="0" y="0"/>
                  </a:lnTo>
                  <a:lnTo>
                    <a:pt x="0" y="13716"/>
                  </a:lnTo>
                  <a:lnTo>
                    <a:pt x="3047" y="13716"/>
                  </a:lnTo>
                  <a:lnTo>
                    <a:pt x="3047" y="0"/>
                  </a:lnTo>
                  <a:close/>
                </a:path>
              </a:pathLst>
            </a:custGeom>
            <a:solidFill>
              <a:srgbClr val="E2E2E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8" name="object 18"/>
            <p:cNvSpPr/>
            <p:nvPr/>
          </p:nvSpPr>
          <p:spPr>
            <a:xfrm>
              <a:off x="801928" y="4150486"/>
              <a:ext cx="3175" cy="3175"/>
            </a:xfrm>
            <a:custGeom>
              <a:avLst/>
              <a:gdLst/>
              <a:ahLst/>
              <a:cxnLst/>
              <a:rect l="l" t="t" r="r" b="b"/>
              <a:pathLst>
                <a:path w="3175" h="3175">
                  <a:moveTo>
                    <a:pt x="3048" y="0"/>
                  </a:moveTo>
                  <a:lnTo>
                    <a:pt x="0" y="0"/>
                  </a:lnTo>
                  <a:lnTo>
                    <a:pt x="0" y="3047"/>
                  </a:lnTo>
                  <a:lnTo>
                    <a:pt x="3048" y="3047"/>
                  </a:lnTo>
                  <a:lnTo>
                    <a:pt x="3048" y="0"/>
                  </a:lnTo>
                  <a:close/>
                </a:path>
              </a:pathLst>
            </a:custGeom>
            <a:solidFill>
              <a:srgbClr val="9F9F9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9" name="object 19"/>
            <p:cNvSpPr/>
            <p:nvPr/>
          </p:nvSpPr>
          <p:spPr>
            <a:xfrm>
              <a:off x="801928" y="4150499"/>
              <a:ext cx="6402070" cy="3175"/>
            </a:xfrm>
            <a:custGeom>
              <a:avLst/>
              <a:gdLst/>
              <a:ahLst/>
              <a:cxnLst/>
              <a:rect l="l" t="t" r="r" b="b"/>
              <a:pathLst>
                <a:path w="6402070" h="3175">
                  <a:moveTo>
                    <a:pt x="6402006" y="0"/>
                  </a:moveTo>
                  <a:lnTo>
                    <a:pt x="6399022" y="0"/>
                  </a:lnTo>
                  <a:lnTo>
                    <a:pt x="3048" y="0"/>
                  </a:lnTo>
                  <a:lnTo>
                    <a:pt x="0" y="0"/>
                  </a:lnTo>
                  <a:lnTo>
                    <a:pt x="0" y="3035"/>
                  </a:lnTo>
                  <a:lnTo>
                    <a:pt x="3048" y="3035"/>
                  </a:lnTo>
                  <a:lnTo>
                    <a:pt x="6398971" y="3035"/>
                  </a:lnTo>
                  <a:lnTo>
                    <a:pt x="6402006" y="3035"/>
                  </a:lnTo>
                  <a:lnTo>
                    <a:pt x="6402006" y="0"/>
                  </a:lnTo>
                  <a:close/>
                </a:path>
              </a:pathLst>
            </a:custGeom>
            <a:solidFill>
              <a:srgbClr val="E2E2E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0" name="object 20"/>
          <p:cNvSpPr txBox="1"/>
          <p:nvPr/>
        </p:nvSpPr>
        <p:spPr>
          <a:xfrm>
            <a:off x="789228" y="4335906"/>
            <a:ext cx="6179185" cy="54229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1400" b="1" dirty="0">
                <a:solidFill>
                  <a:srgbClr val="3B78D7"/>
                </a:solidFill>
                <a:latin typeface="Times New Roman"/>
                <a:cs typeface="Times New Roman"/>
              </a:rPr>
              <a:t>5.</a:t>
            </a:r>
            <a:r>
              <a:rPr sz="1400" b="1" spc="-35" dirty="0">
                <a:solidFill>
                  <a:srgbClr val="3B78D7"/>
                </a:solidFill>
                <a:latin typeface="Times New Roman"/>
                <a:cs typeface="Times New Roman"/>
              </a:rPr>
              <a:t> </a:t>
            </a:r>
            <a:r>
              <a:rPr sz="1400" b="1" dirty="0">
                <a:solidFill>
                  <a:srgbClr val="3B78D7"/>
                </a:solidFill>
                <a:latin typeface="Times New Roman"/>
                <a:cs typeface="Times New Roman"/>
              </a:rPr>
              <a:t>Implementation</a:t>
            </a:r>
            <a:r>
              <a:rPr sz="1400" b="1" spc="-30" dirty="0">
                <a:solidFill>
                  <a:srgbClr val="3B78D7"/>
                </a:solidFill>
                <a:latin typeface="Times New Roman"/>
                <a:cs typeface="Times New Roman"/>
              </a:rPr>
              <a:t> </a:t>
            </a:r>
            <a:r>
              <a:rPr sz="1400" b="1" spc="-10" dirty="0">
                <a:solidFill>
                  <a:srgbClr val="3B78D7"/>
                </a:solidFill>
                <a:latin typeface="Times New Roman"/>
                <a:cs typeface="Times New Roman"/>
              </a:rPr>
              <a:t>Steps:</a:t>
            </a:r>
            <a:endParaRPr sz="1400">
              <a:latin typeface="Times New Roman"/>
              <a:cs typeface="Times New Roman"/>
            </a:endParaRPr>
          </a:p>
          <a:p>
            <a:pPr marL="93345">
              <a:lnSpc>
                <a:spcPct val="100000"/>
              </a:lnSpc>
              <a:spcBef>
                <a:spcPts val="940"/>
              </a:spcBef>
            </a:pPr>
            <a:r>
              <a:rPr sz="1200" i="1" dirty="0">
                <a:latin typeface="Times New Roman"/>
                <a:cs typeface="Times New Roman"/>
              </a:rPr>
              <a:t>(Explain</a:t>
            </a:r>
            <a:r>
              <a:rPr sz="1200" i="1" spc="-3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the</a:t>
            </a:r>
            <a:r>
              <a:rPr sz="1200" i="1" spc="-25" dirty="0">
                <a:latin typeface="Times New Roman"/>
                <a:cs typeface="Times New Roman"/>
              </a:rPr>
              <a:t> </a:t>
            </a:r>
            <a:r>
              <a:rPr sz="1200" i="1" spc="-10" dirty="0">
                <a:latin typeface="Times New Roman"/>
                <a:cs typeface="Times New Roman"/>
              </a:rPr>
              <a:t>step-by-</a:t>
            </a:r>
            <a:r>
              <a:rPr sz="1200" i="1" dirty="0">
                <a:latin typeface="Times New Roman"/>
                <a:cs typeface="Times New Roman"/>
              </a:rPr>
              <a:t>step</a:t>
            </a:r>
            <a:r>
              <a:rPr sz="1200" i="1" spc="-2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process</a:t>
            </a:r>
            <a:r>
              <a:rPr sz="1200" i="1" spc="-3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followed</a:t>
            </a:r>
            <a:r>
              <a:rPr sz="1200" i="1" spc="-2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to</a:t>
            </a:r>
            <a:r>
              <a:rPr sz="1200" i="1" spc="-2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add</a:t>
            </a:r>
            <a:r>
              <a:rPr sz="1200" i="1" spc="-3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JavaScript</a:t>
            </a:r>
            <a:r>
              <a:rPr sz="1200" i="1" spc="-2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functionality</a:t>
            </a:r>
            <a:r>
              <a:rPr sz="1200" i="1" spc="-3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to</a:t>
            </a:r>
            <a:r>
              <a:rPr sz="1200" i="1" spc="-3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the</a:t>
            </a:r>
            <a:r>
              <a:rPr sz="1200" i="1" spc="-3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registration</a:t>
            </a:r>
            <a:r>
              <a:rPr sz="1200" i="1" spc="-40" dirty="0">
                <a:latin typeface="Times New Roman"/>
                <a:cs typeface="Times New Roman"/>
              </a:rPr>
              <a:t> </a:t>
            </a:r>
            <a:r>
              <a:rPr sz="1200" i="1" spc="-10" dirty="0">
                <a:latin typeface="Times New Roman"/>
                <a:cs typeface="Times New Roman"/>
              </a:rPr>
              <a:t>page.)</a:t>
            </a:r>
            <a:endParaRPr sz="1200">
              <a:latin typeface="Times New Roman"/>
              <a:cs typeface="Times New Roman"/>
            </a:endParaRPr>
          </a:p>
        </p:txBody>
      </p:sp>
      <p:grpSp>
        <p:nvGrpSpPr>
          <p:cNvPr id="21" name="object 21"/>
          <p:cNvGrpSpPr/>
          <p:nvPr/>
        </p:nvGrpSpPr>
        <p:grpSpPr>
          <a:xfrm>
            <a:off x="801369" y="5309869"/>
            <a:ext cx="6402705" cy="20320"/>
            <a:chOff x="801369" y="5309869"/>
            <a:chExt cx="6402705" cy="20320"/>
          </a:xfrm>
        </p:grpSpPr>
        <p:sp>
          <p:nvSpPr>
            <p:cNvPr id="22" name="object 22"/>
            <p:cNvSpPr/>
            <p:nvPr/>
          </p:nvSpPr>
          <p:spPr>
            <a:xfrm>
              <a:off x="801370" y="5309869"/>
              <a:ext cx="6400800" cy="19685"/>
            </a:xfrm>
            <a:custGeom>
              <a:avLst/>
              <a:gdLst/>
              <a:ahLst/>
              <a:cxnLst/>
              <a:rect l="l" t="t" r="r" b="b"/>
              <a:pathLst>
                <a:path w="6400800" h="19685">
                  <a:moveTo>
                    <a:pt x="6400800" y="0"/>
                  </a:moveTo>
                  <a:lnTo>
                    <a:pt x="0" y="0"/>
                  </a:lnTo>
                  <a:lnTo>
                    <a:pt x="0" y="19685"/>
                  </a:lnTo>
                  <a:lnTo>
                    <a:pt x="6400800" y="19685"/>
                  </a:lnTo>
                  <a:lnTo>
                    <a:pt x="6400800" y="0"/>
                  </a:lnTo>
                  <a:close/>
                </a:path>
              </a:pathLst>
            </a:custGeom>
            <a:solidFill>
              <a:srgbClr val="9F9F9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3" name="object 23"/>
            <p:cNvSpPr/>
            <p:nvPr/>
          </p:nvSpPr>
          <p:spPr>
            <a:xfrm>
              <a:off x="7200899" y="5310250"/>
              <a:ext cx="3175" cy="3175"/>
            </a:xfrm>
            <a:custGeom>
              <a:avLst/>
              <a:gdLst/>
              <a:ahLst/>
              <a:cxnLst/>
              <a:rect l="l" t="t" r="r" b="b"/>
              <a:pathLst>
                <a:path w="3175" h="3175">
                  <a:moveTo>
                    <a:pt x="3047" y="0"/>
                  </a:moveTo>
                  <a:lnTo>
                    <a:pt x="0" y="0"/>
                  </a:lnTo>
                  <a:lnTo>
                    <a:pt x="0" y="3048"/>
                  </a:lnTo>
                  <a:lnTo>
                    <a:pt x="3047" y="3048"/>
                  </a:lnTo>
                  <a:lnTo>
                    <a:pt x="3047" y="0"/>
                  </a:lnTo>
                  <a:close/>
                </a:path>
              </a:pathLst>
            </a:custGeom>
            <a:solidFill>
              <a:srgbClr val="E2E2E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4" name="object 24"/>
            <p:cNvSpPr/>
            <p:nvPr/>
          </p:nvSpPr>
          <p:spPr>
            <a:xfrm>
              <a:off x="801928" y="5310250"/>
              <a:ext cx="6402070" cy="17145"/>
            </a:xfrm>
            <a:custGeom>
              <a:avLst/>
              <a:gdLst/>
              <a:ahLst/>
              <a:cxnLst/>
              <a:rect l="l" t="t" r="r" b="b"/>
              <a:pathLst>
                <a:path w="6402070" h="17145">
                  <a:moveTo>
                    <a:pt x="3048" y="3060"/>
                  </a:moveTo>
                  <a:lnTo>
                    <a:pt x="0" y="3060"/>
                  </a:lnTo>
                  <a:lnTo>
                    <a:pt x="0" y="16764"/>
                  </a:lnTo>
                  <a:lnTo>
                    <a:pt x="3048" y="16764"/>
                  </a:lnTo>
                  <a:lnTo>
                    <a:pt x="3048" y="3060"/>
                  </a:lnTo>
                  <a:close/>
                </a:path>
                <a:path w="6402070" h="17145">
                  <a:moveTo>
                    <a:pt x="6402006" y="0"/>
                  </a:moveTo>
                  <a:lnTo>
                    <a:pt x="6398971" y="0"/>
                  </a:lnTo>
                  <a:lnTo>
                    <a:pt x="6398971" y="3048"/>
                  </a:lnTo>
                  <a:lnTo>
                    <a:pt x="6402006" y="3048"/>
                  </a:lnTo>
                  <a:lnTo>
                    <a:pt x="6402006" y="0"/>
                  </a:lnTo>
                  <a:close/>
                </a:path>
              </a:pathLst>
            </a:custGeom>
            <a:solidFill>
              <a:srgbClr val="9F9F9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5" name="object 25"/>
            <p:cNvSpPr/>
            <p:nvPr/>
          </p:nvSpPr>
          <p:spPr>
            <a:xfrm>
              <a:off x="7200899" y="5313298"/>
              <a:ext cx="3175" cy="13970"/>
            </a:xfrm>
            <a:custGeom>
              <a:avLst/>
              <a:gdLst/>
              <a:ahLst/>
              <a:cxnLst/>
              <a:rect l="l" t="t" r="r" b="b"/>
              <a:pathLst>
                <a:path w="3175" h="13970">
                  <a:moveTo>
                    <a:pt x="3047" y="0"/>
                  </a:moveTo>
                  <a:lnTo>
                    <a:pt x="0" y="0"/>
                  </a:lnTo>
                  <a:lnTo>
                    <a:pt x="0" y="13715"/>
                  </a:lnTo>
                  <a:lnTo>
                    <a:pt x="3047" y="13715"/>
                  </a:lnTo>
                  <a:lnTo>
                    <a:pt x="3047" y="0"/>
                  </a:lnTo>
                  <a:close/>
                </a:path>
              </a:pathLst>
            </a:custGeom>
            <a:solidFill>
              <a:srgbClr val="E2E2E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6" name="object 26"/>
            <p:cNvSpPr/>
            <p:nvPr/>
          </p:nvSpPr>
          <p:spPr>
            <a:xfrm>
              <a:off x="801928" y="5327014"/>
              <a:ext cx="3175" cy="3175"/>
            </a:xfrm>
            <a:custGeom>
              <a:avLst/>
              <a:gdLst/>
              <a:ahLst/>
              <a:cxnLst/>
              <a:rect l="l" t="t" r="r" b="b"/>
              <a:pathLst>
                <a:path w="3175" h="3175">
                  <a:moveTo>
                    <a:pt x="3048" y="0"/>
                  </a:moveTo>
                  <a:lnTo>
                    <a:pt x="0" y="0"/>
                  </a:lnTo>
                  <a:lnTo>
                    <a:pt x="0" y="3048"/>
                  </a:lnTo>
                  <a:lnTo>
                    <a:pt x="3048" y="3048"/>
                  </a:lnTo>
                  <a:lnTo>
                    <a:pt x="3048" y="0"/>
                  </a:lnTo>
                  <a:close/>
                </a:path>
              </a:pathLst>
            </a:custGeom>
            <a:solidFill>
              <a:srgbClr val="9F9F9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7" name="object 27"/>
            <p:cNvSpPr/>
            <p:nvPr/>
          </p:nvSpPr>
          <p:spPr>
            <a:xfrm>
              <a:off x="801928" y="5327014"/>
              <a:ext cx="6402070" cy="3175"/>
            </a:xfrm>
            <a:custGeom>
              <a:avLst/>
              <a:gdLst/>
              <a:ahLst/>
              <a:cxnLst/>
              <a:rect l="l" t="t" r="r" b="b"/>
              <a:pathLst>
                <a:path w="6402070" h="3175">
                  <a:moveTo>
                    <a:pt x="6402006" y="0"/>
                  </a:moveTo>
                  <a:lnTo>
                    <a:pt x="6399022" y="0"/>
                  </a:lnTo>
                  <a:lnTo>
                    <a:pt x="3048" y="0"/>
                  </a:lnTo>
                  <a:lnTo>
                    <a:pt x="0" y="0"/>
                  </a:lnTo>
                  <a:lnTo>
                    <a:pt x="0" y="3048"/>
                  </a:lnTo>
                  <a:lnTo>
                    <a:pt x="3048" y="3048"/>
                  </a:lnTo>
                  <a:lnTo>
                    <a:pt x="6398971" y="3048"/>
                  </a:lnTo>
                  <a:lnTo>
                    <a:pt x="6402006" y="3048"/>
                  </a:lnTo>
                  <a:lnTo>
                    <a:pt x="6402006" y="0"/>
                  </a:lnTo>
                  <a:close/>
                </a:path>
              </a:pathLst>
            </a:custGeom>
            <a:solidFill>
              <a:srgbClr val="E2E2E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8" name="object 28"/>
          <p:cNvSpPr txBox="1"/>
          <p:nvPr/>
        </p:nvSpPr>
        <p:spPr>
          <a:xfrm>
            <a:off x="792276" y="5337174"/>
            <a:ext cx="6137275" cy="71755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1400" b="1" spc="-10" dirty="0">
                <a:solidFill>
                  <a:srgbClr val="3B78D7"/>
                </a:solidFill>
                <a:latin typeface="Times New Roman"/>
                <a:cs typeface="Times New Roman"/>
              </a:rPr>
              <a:t>6.Output:</a:t>
            </a:r>
            <a:endParaRPr sz="1400">
              <a:latin typeface="Times New Roman"/>
              <a:cs typeface="Times New Roman"/>
            </a:endParaRPr>
          </a:p>
          <a:p>
            <a:pPr marL="17145" marR="5080">
              <a:lnSpc>
                <a:spcPts val="1380"/>
              </a:lnSpc>
              <a:spcBef>
                <a:spcPts val="1040"/>
              </a:spcBef>
            </a:pPr>
            <a:r>
              <a:rPr sz="1200" i="1" dirty="0">
                <a:latin typeface="Times New Roman"/>
                <a:cs typeface="Times New Roman"/>
              </a:rPr>
              <a:t>(Attach</a:t>
            </a:r>
            <a:r>
              <a:rPr sz="1200" i="1" spc="-3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screenshots</a:t>
            </a:r>
            <a:r>
              <a:rPr sz="1200" i="1" spc="-3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showing</a:t>
            </a:r>
            <a:r>
              <a:rPr sz="1200" i="1" spc="-3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validation</a:t>
            </a:r>
            <a:r>
              <a:rPr sz="1200" i="1" spc="-3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messages,</a:t>
            </a:r>
            <a:r>
              <a:rPr sz="1200" i="1" spc="-3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successful</a:t>
            </a:r>
            <a:r>
              <a:rPr sz="1200" i="1" spc="-3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registration</a:t>
            </a:r>
            <a:r>
              <a:rPr sz="1200" i="1" spc="-3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message,</a:t>
            </a:r>
            <a:r>
              <a:rPr sz="1200" i="1" spc="-3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and</a:t>
            </a:r>
            <a:r>
              <a:rPr sz="1200" i="1" spc="-30" dirty="0">
                <a:latin typeface="Times New Roman"/>
                <a:cs typeface="Times New Roman"/>
              </a:rPr>
              <a:t> </a:t>
            </a:r>
            <a:r>
              <a:rPr sz="1200" i="1" spc="-10" dirty="0">
                <a:latin typeface="Times New Roman"/>
                <a:cs typeface="Times New Roman"/>
              </a:rPr>
              <a:t>dynamically </a:t>
            </a:r>
            <a:r>
              <a:rPr sz="1200" i="1" dirty="0">
                <a:latin typeface="Times New Roman"/>
                <a:cs typeface="Times New Roman"/>
              </a:rPr>
              <a:t>updated</a:t>
            </a:r>
            <a:r>
              <a:rPr sz="1200" i="1" spc="-5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participants</a:t>
            </a:r>
            <a:r>
              <a:rPr sz="1200" i="1" spc="-55" dirty="0">
                <a:latin typeface="Times New Roman"/>
                <a:cs typeface="Times New Roman"/>
              </a:rPr>
              <a:t> </a:t>
            </a:r>
            <a:r>
              <a:rPr sz="1200" i="1" spc="-10" dirty="0">
                <a:latin typeface="Times New Roman"/>
                <a:cs typeface="Times New Roman"/>
              </a:rPr>
              <a:t>table.)</a:t>
            </a:r>
            <a:endParaRPr sz="1200">
              <a:latin typeface="Times New Roman"/>
              <a:cs typeface="Times New Roman"/>
            </a:endParaRPr>
          </a:p>
        </p:txBody>
      </p:sp>
      <p:grpSp>
        <p:nvGrpSpPr>
          <p:cNvPr id="29" name="object 29"/>
          <p:cNvGrpSpPr/>
          <p:nvPr/>
        </p:nvGrpSpPr>
        <p:grpSpPr>
          <a:xfrm>
            <a:off x="801369" y="6473824"/>
            <a:ext cx="6402705" cy="20955"/>
            <a:chOff x="801369" y="6473824"/>
            <a:chExt cx="6402705" cy="20955"/>
          </a:xfrm>
        </p:grpSpPr>
        <p:sp>
          <p:nvSpPr>
            <p:cNvPr id="30" name="object 30"/>
            <p:cNvSpPr/>
            <p:nvPr/>
          </p:nvSpPr>
          <p:spPr>
            <a:xfrm>
              <a:off x="801370" y="6473824"/>
              <a:ext cx="6400800" cy="19685"/>
            </a:xfrm>
            <a:custGeom>
              <a:avLst/>
              <a:gdLst/>
              <a:ahLst/>
              <a:cxnLst/>
              <a:rect l="l" t="t" r="r" b="b"/>
              <a:pathLst>
                <a:path w="6400800" h="19685">
                  <a:moveTo>
                    <a:pt x="6400800" y="0"/>
                  </a:moveTo>
                  <a:lnTo>
                    <a:pt x="0" y="0"/>
                  </a:lnTo>
                  <a:lnTo>
                    <a:pt x="0" y="19685"/>
                  </a:lnTo>
                  <a:lnTo>
                    <a:pt x="6400800" y="19685"/>
                  </a:lnTo>
                  <a:lnTo>
                    <a:pt x="6400800" y="0"/>
                  </a:lnTo>
                  <a:close/>
                </a:path>
              </a:pathLst>
            </a:custGeom>
            <a:solidFill>
              <a:srgbClr val="9F9F9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1" name="object 31"/>
            <p:cNvSpPr/>
            <p:nvPr/>
          </p:nvSpPr>
          <p:spPr>
            <a:xfrm>
              <a:off x="7200899" y="6474840"/>
              <a:ext cx="3175" cy="3175"/>
            </a:xfrm>
            <a:custGeom>
              <a:avLst/>
              <a:gdLst/>
              <a:ahLst/>
              <a:cxnLst/>
              <a:rect l="l" t="t" r="r" b="b"/>
              <a:pathLst>
                <a:path w="3175" h="3175">
                  <a:moveTo>
                    <a:pt x="3047" y="0"/>
                  </a:moveTo>
                  <a:lnTo>
                    <a:pt x="0" y="0"/>
                  </a:lnTo>
                  <a:lnTo>
                    <a:pt x="0" y="3047"/>
                  </a:lnTo>
                  <a:lnTo>
                    <a:pt x="3047" y="3047"/>
                  </a:lnTo>
                  <a:lnTo>
                    <a:pt x="3047" y="0"/>
                  </a:lnTo>
                  <a:close/>
                </a:path>
              </a:pathLst>
            </a:custGeom>
            <a:solidFill>
              <a:srgbClr val="E2E2E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2" name="object 32"/>
            <p:cNvSpPr/>
            <p:nvPr/>
          </p:nvSpPr>
          <p:spPr>
            <a:xfrm>
              <a:off x="801928" y="6474853"/>
              <a:ext cx="6402070" cy="17145"/>
            </a:xfrm>
            <a:custGeom>
              <a:avLst/>
              <a:gdLst/>
              <a:ahLst/>
              <a:cxnLst/>
              <a:rect l="l" t="t" r="r" b="b"/>
              <a:pathLst>
                <a:path w="6402070" h="17145">
                  <a:moveTo>
                    <a:pt x="3048" y="3048"/>
                  </a:moveTo>
                  <a:lnTo>
                    <a:pt x="0" y="3048"/>
                  </a:lnTo>
                  <a:lnTo>
                    <a:pt x="0" y="16751"/>
                  </a:lnTo>
                  <a:lnTo>
                    <a:pt x="3048" y="16751"/>
                  </a:lnTo>
                  <a:lnTo>
                    <a:pt x="3048" y="3048"/>
                  </a:lnTo>
                  <a:close/>
                </a:path>
                <a:path w="6402070" h="17145">
                  <a:moveTo>
                    <a:pt x="6402006" y="0"/>
                  </a:moveTo>
                  <a:lnTo>
                    <a:pt x="6398971" y="0"/>
                  </a:lnTo>
                  <a:lnTo>
                    <a:pt x="6398971" y="3035"/>
                  </a:lnTo>
                  <a:lnTo>
                    <a:pt x="6402006" y="3035"/>
                  </a:lnTo>
                  <a:lnTo>
                    <a:pt x="6402006" y="0"/>
                  </a:lnTo>
                  <a:close/>
                </a:path>
              </a:pathLst>
            </a:custGeom>
            <a:solidFill>
              <a:srgbClr val="9F9F9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3" name="object 33"/>
            <p:cNvSpPr/>
            <p:nvPr/>
          </p:nvSpPr>
          <p:spPr>
            <a:xfrm>
              <a:off x="7200899" y="6477888"/>
              <a:ext cx="3175" cy="13970"/>
            </a:xfrm>
            <a:custGeom>
              <a:avLst/>
              <a:gdLst/>
              <a:ahLst/>
              <a:cxnLst/>
              <a:rect l="l" t="t" r="r" b="b"/>
              <a:pathLst>
                <a:path w="3175" h="13970">
                  <a:moveTo>
                    <a:pt x="3047" y="0"/>
                  </a:moveTo>
                  <a:lnTo>
                    <a:pt x="0" y="0"/>
                  </a:lnTo>
                  <a:lnTo>
                    <a:pt x="0" y="13715"/>
                  </a:lnTo>
                  <a:lnTo>
                    <a:pt x="3047" y="13715"/>
                  </a:lnTo>
                  <a:lnTo>
                    <a:pt x="3047" y="0"/>
                  </a:lnTo>
                  <a:close/>
                </a:path>
              </a:pathLst>
            </a:custGeom>
            <a:solidFill>
              <a:srgbClr val="E2E2E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4" name="object 34"/>
            <p:cNvSpPr/>
            <p:nvPr/>
          </p:nvSpPr>
          <p:spPr>
            <a:xfrm>
              <a:off x="801928" y="6491604"/>
              <a:ext cx="3175" cy="3175"/>
            </a:xfrm>
            <a:custGeom>
              <a:avLst/>
              <a:gdLst/>
              <a:ahLst/>
              <a:cxnLst/>
              <a:rect l="l" t="t" r="r" b="b"/>
              <a:pathLst>
                <a:path w="3175" h="3175">
                  <a:moveTo>
                    <a:pt x="3048" y="0"/>
                  </a:moveTo>
                  <a:lnTo>
                    <a:pt x="0" y="0"/>
                  </a:lnTo>
                  <a:lnTo>
                    <a:pt x="0" y="3047"/>
                  </a:lnTo>
                  <a:lnTo>
                    <a:pt x="3048" y="3047"/>
                  </a:lnTo>
                  <a:lnTo>
                    <a:pt x="3048" y="0"/>
                  </a:lnTo>
                  <a:close/>
                </a:path>
              </a:pathLst>
            </a:custGeom>
            <a:solidFill>
              <a:srgbClr val="9F9F9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5" name="object 35"/>
            <p:cNvSpPr/>
            <p:nvPr/>
          </p:nvSpPr>
          <p:spPr>
            <a:xfrm>
              <a:off x="801928" y="6491617"/>
              <a:ext cx="6402070" cy="3175"/>
            </a:xfrm>
            <a:custGeom>
              <a:avLst/>
              <a:gdLst/>
              <a:ahLst/>
              <a:cxnLst/>
              <a:rect l="l" t="t" r="r" b="b"/>
              <a:pathLst>
                <a:path w="6402070" h="3175">
                  <a:moveTo>
                    <a:pt x="6402006" y="0"/>
                  </a:moveTo>
                  <a:lnTo>
                    <a:pt x="6399022" y="0"/>
                  </a:lnTo>
                  <a:lnTo>
                    <a:pt x="3048" y="0"/>
                  </a:lnTo>
                  <a:lnTo>
                    <a:pt x="0" y="0"/>
                  </a:lnTo>
                  <a:lnTo>
                    <a:pt x="0" y="3035"/>
                  </a:lnTo>
                  <a:lnTo>
                    <a:pt x="3048" y="3035"/>
                  </a:lnTo>
                  <a:lnTo>
                    <a:pt x="6398971" y="3035"/>
                  </a:lnTo>
                  <a:lnTo>
                    <a:pt x="6402006" y="3035"/>
                  </a:lnTo>
                  <a:lnTo>
                    <a:pt x="6402006" y="0"/>
                  </a:lnTo>
                  <a:close/>
                </a:path>
              </a:pathLst>
            </a:custGeom>
            <a:solidFill>
              <a:srgbClr val="E2E2E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6" name="object 36"/>
          <p:cNvSpPr txBox="1"/>
          <p:nvPr/>
        </p:nvSpPr>
        <p:spPr>
          <a:xfrm>
            <a:off x="789228" y="6661784"/>
            <a:ext cx="5911850" cy="71628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1400" b="1" dirty="0">
                <a:solidFill>
                  <a:srgbClr val="3B78D7"/>
                </a:solidFill>
                <a:latin typeface="Times New Roman"/>
                <a:cs typeface="Times New Roman"/>
              </a:rPr>
              <a:t>7.Learning</a:t>
            </a:r>
            <a:r>
              <a:rPr sz="1400" b="1" spc="-45" dirty="0">
                <a:solidFill>
                  <a:srgbClr val="3B78D7"/>
                </a:solidFill>
                <a:latin typeface="Times New Roman"/>
                <a:cs typeface="Times New Roman"/>
              </a:rPr>
              <a:t> </a:t>
            </a:r>
            <a:r>
              <a:rPr sz="1400" b="1" spc="-10" dirty="0">
                <a:solidFill>
                  <a:srgbClr val="3B78D7"/>
                </a:solidFill>
                <a:latin typeface="Times New Roman"/>
                <a:cs typeface="Times New Roman"/>
              </a:rPr>
              <a:t>Outcome:</a:t>
            </a:r>
            <a:endParaRPr sz="1400">
              <a:latin typeface="Times New Roman"/>
              <a:cs typeface="Times New Roman"/>
            </a:endParaRPr>
          </a:p>
          <a:p>
            <a:pPr marL="109855" marR="5080">
              <a:lnSpc>
                <a:spcPts val="1380"/>
              </a:lnSpc>
              <a:spcBef>
                <a:spcPts val="1025"/>
              </a:spcBef>
            </a:pPr>
            <a:r>
              <a:rPr sz="1200" i="1" dirty="0">
                <a:latin typeface="Times New Roman"/>
                <a:cs typeface="Times New Roman"/>
              </a:rPr>
              <a:t>(Explain</a:t>
            </a:r>
            <a:r>
              <a:rPr sz="1200" i="1" spc="-2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the</a:t>
            </a:r>
            <a:r>
              <a:rPr sz="1200" i="1" spc="-2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skills</a:t>
            </a:r>
            <a:r>
              <a:rPr sz="1200" i="1" spc="-3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gained</a:t>
            </a:r>
            <a:r>
              <a:rPr sz="1200" i="1" spc="-2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in</a:t>
            </a:r>
            <a:r>
              <a:rPr sz="1200" i="1" spc="-2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DOM</a:t>
            </a:r>
            <a:r>
              <a:rPr sz="1200" i="1" spc="-3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manipulation,</a:t>
            </a:r>
            <a:r>
              <a:rPr sz="1200" i="1" spc="-2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form</a:t>
            </a:r>
            <a:r>
              <a:rPr sz="1200" i="1" spc="-3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validation,</a:t>
            </a:r>
            <a:r>
              <a:rPr sz="1200" i="1" spc="-2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and</a:t>
            </a:r>
            <a:r>
              <a:rPr sz="1200" i="1" spc="-2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building</a:t>
            </a:r>
            <a:r>
              <a:rPr sz="1200" i="1" spc="-25" dirty="0">
                <a:latin typeface="Times New Roman"/>
                <a:cs typeface="Times New Roman"/>
              </a:rPr>
              <a:t> </a:t>
            </a:r>
            <a:r>
              <a:rPr sz="1200" i="1" spc="-10" dirty="0">
                <a:latin typeface="Times New Roman"/>
                <a:cs typeface="Times New Roman"/>
              </a:rPr>
              <a:t>interactive</a:t>
            </a:r>
            <a:r>
              <a:rPr sz="1200" i="1" spc="-30" dirty="0">
                <a:latin typeface="Times New Roman"/>
                <a:cs typeface="Times New Roman"/>
              </a:rPr>
              <a:t> </a:t>
            </a:r>
            <a:r>
              <a:rPr sz="1200" i="1" spc="-25" dirty="0">
                <a:latin typeface="Times New Roman"/>
                <a:cs typeface="Times New Roman"/>
              </a:rPr>
              <a:t>web </a:t>
            </a:r>
            <a:r>
              <a:rPr sz="1200" i="1" dirty="0">
                <a:latin typeface="Times New Roman"/>
                <a:cs typeface="Times New Roman"/>
              </a:rPr>
              <a:t>applications</a:t>
            </a:r>
            <a:r>
              <a:rPr sz="1200" i="1" spc="-3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using</a:t>
            </a:r>
            <a:r>
              <a:rPr sz="1200" i="1" spc="-30" dirty="0">
                <a:latin typeface="Times New Roman"/>
                <a:cs typeface="Times New Roman"/>
              </a:rPr>
              <a:t> </a:t>
            </a:r>
            <a:r>
              <a:rPr sz="1200" i="1" spc="-10" dirty="0">
                <a:latin typeface="Times New Roman"/>
                <a:cs typeface="Times New Roman"/>
              </a:rPr>
              <a:t>JavaScript.)</a:t>
            </a:r>
            <a:endParaRPr sz="1200">
              <a:latin typeface="Times New Roman"/>
              <a:cs typeface="Times New Roman"/>
            </a:endParaRPr>
          </a:p>
        </p:txBody>
      </p:sp>
      <p:grpSp>
        <p:nvGrpSpPr>
          <p:cNvPr id="37" name="object 37"/>
          <p:cNvGrpSpPr/>
          <p:nvPr/>
        </p:nvGrpSpPr>
        <p:grpSpPr>
          <a:xfrm>
            <a:off x="801369" y="7811769"/>
            <a:ext cx="6402705" cy="20955"/>
            <a:chOff x="801369" y="7811769"/>
            <a:chExt cx="6402705" cy="20955"/>
          </a:xfrm>
        </p:grpSpPr>
        <p:sp>
          <p:nvSpPr>
            <p:cNvPr id="38" name="object 38"/>
            <p:cNvSpPr/>
            <p:nvPr/>
          </p:nvSpPr>
          <p:spPr>
            <a:xfrm>
              <a:off x="801370" y="7811769"/>
              <a:ext cx="6400800" cy="20320"/>
            </a:xfrm>
            <a:custGeom>
              <a:avLst/>
              <a:gdLst/>
              <a:ahLst/>
              <a:cxnLst/>
              <a:rect l="l" t="t" r="r" b="b"/>
              <a:pathLst>
                <a:path w="6400800" h="20320">
                  <a:moveTo>
                    <a:pt x="6400800" y="0"/>
                  </a:moveTo>
                  <a:lnTo>
                    <a:pt x="0" y="0"/>
                  </a:lnTo>
                  <a:lnTo>
                    <a:pt x="0" y="20320"/>
                  </a:lnTo>
                  <a:lnTo>
                    <a:pt x="6400800" y="20320"/>
                  </a:lnTo>
                  <a:lnTo>
                    <a:pt x="6400800" y="0"/>
                  </a:lnTo>
                  <a:close/>
                </a:path>
              </a:pathLst>
            </a:custGeom>
            <a:solidFill>
              <a:srgbClr val="9F9F9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9" name="object 39"/>
            <p:cNvSpPr/>
            <p:nvPr/>
          </p:nvSpPr>
          <p:spPr>
            <a:xfrm>
              <a:off x="7200899" y="7812912"/>
              <a:ext cx="3175" cy="3175"/>
            </a:xfrm>
            <a:custGeom>
              <a:avLst/>
              <a:gdLst/>
              <a:ahLst/>
              <a:cxnLst/>
              <a:rect l="l" t="t" r="r" b="b"/>
              <a:pathLst>
                <a:path w="3175" h="3175">
                  <a:moveTo>
                    <a:pt x="3047" y="0"/>
                  </a:moveTo>
                  <a:lnTo>
                    <a:pt x="0" y="0"/>
                  </a:lnTo>
                  <a:lnTo>
                    <a:pt x="0" y="3047"/>
                  </a:lnTo>
                  <a:lnTo>
                    <a:pt x="3047" y="3047"/>
                  </a:lnTo>
                  <a:lnTo>
                    <a:pt x="3047" y="0"/>
                  </a:lnTo>
                  <a:close/>
                </a:path>
              </a:pathLst>
            </a:custGeom>
            <a:solidFill>
              <a:srgbClr val="E2E2E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0" name="object 40"/>
            <p:cNvSpPr/>
            <p:nvPr/>
          </p:nvSpPr>
          <p:spPr>
            <a:xfrm>
              <a:off x="801928" y="7812925"/>
              <a:ext cx="6402070" cy="17145"/>
            </a:xfrm>
            <a:custGeom>
              <a:avLst/>
              <a:gdLst/>
              <a:ahLst/>
              <a:cxnLst/>
              <a:rect l="l" t="t" r="r" b="b"/>
              <a:pathLst>
                <a:path w="6402070" h="17145">
                  <a:moveTo>
                    <a:pt x="3048" y="3035"/>
                  </a:moveTo>
                  <a:lnTo>
                    <a:pt x="0" y="3035"/>
                  </a:lnTo>
                  <a:lnTo>
                    <a:pt x="0" y="16751"/>
                  </a:lnTo>
                  <a:lnTo>
                    <a:pt x="3048" y="16751"/>
                  </a:lnTo>
                  <a:lnTo>
                    <a:pt x="3048" y="3035"/>
                  </a:lnTo>
                  <a:close/>
                </a:path>
                <a:path w="6402070" h="17145">
                  <a:moveTo>
                    <a:pt x="6402006" y="0"/>
                  </a:moveTo>
                  <a:lnTo>
                    <a:pt x="6398971" y="0"/>
                  </a:lnTo>
                  <a:lnTo>
                    <a:pt x="6398971" y="3035"/>
                  </a:lnTo>
                  <a:lnTo>
                    <a:pt x="6402006" y="3035"/>
                  </a:lnTo>
                  <a:lnTo>
                    <a:pt x="6402006" y="0"/>
                  </a:lnTo>
                  <a:close/>
                </a:path>
              </a:pathLst>
            </a:custGeom>
            <a:solidFill>
              <a:srgbClr val="9F9F9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1" name="object 41"/>
            <p:cNvSpPr/>
            <p:nvPr/>
          </p:nvSpPr>
          <p:spPr>
            <a:xfrm>
              <a:off x="7200899" y="7815960"/>
              <a:ext cx="3175" cy="13970"/>
            </a:xfrm>
            <a:custGeom>
              <a:avLst/>
              <a:gdLst/>
              <a:ahLst/>
              <a:cxnLst/>
              <a:rect l="l" t="t" r="r" b="b"/>
              <a:pathLst>
                <a:path w="3175" h="13970">
                  <a:moveTo>
                    <a:pt x="3047" y="0"/>
                  </a:moveTo>
                  <a:lnTo>
                    <a:pt x="0" y="0"/>
                  </a:lnTo>
                  <a:lnTo>
                    <a:pt x="0" y="13716"/>
                  </a:lnTo>
                  <a:lnTo>
                    <a:pt x="3047" y="13716"/>
                  </a:lnTo>
                  <a:lnTo>
                    <a:pt x="3047" y="0"/>
                  </a:lnTo>
                  <a:close/>
                </a:path>
              </a:pathLst>
            </a:custGeom>
            <a:solidFill>
              <a:srgbClr val="E2E2E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2" name="object 42"/>
            <p:cNvSpPr/>
            <p:nvPr/>
          </p:nvSpPr>
          <p:spPr>
            <a:xfrm>
              <a:off x="801928" y="7829676"/>
              <a:ext cx="3175" cy="3175"/>
            </a:xfrm>
            <a:custGeom>
              <a:avLst/>
              <a:gdLst/>
              <a:ahLst/>
              <a:cxnLst/>
              <a:rect l="l" t="t" r="r" b="b"/>
              <a:pathLst>
                <a:path w="3175" h="3175">
                  <a:moveTo>
                    <a:pt x="3048" y="0"/>
                  </a:moveTo>
                  <a:lnTo>
                    <a:pt x="0" y="0"/>
                  </a:lnTo>
                  <a:lnTo>
                    <a:pt x="0" y="3047"/>
                  </a:lnTo>
                  <a:lnTo>
                    <a:pt x="3048" y="3047"/>
                  </a:lnTo>
                  <a:lnTo>
                    <a:pt x="3048" y="0"/>
                  </a:lnTo>
                  <a:close/>
                </a:path>
              </a:pathLst>
            </a:custGeom>
            <a:solidFill>
              <a:srgbClr val="9F9F9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3" name="object 43"/>
            <p:cNvSpPr/>
            <p:nvPr/>
          </p:nvSpPr>
          <p:spPr>
            <a:xfrm>
              <a:off x="801928" y="7829689"/>
              <a:ext cx="6402070" cy="3175"/>
            </a:xfrm>
            <a:custGeom>
              <a:avLst/>
              <a:gdLst/>
              <a:ahLst/>
              <a:cxnLst/>
              <a:rect l="l" t="t" r="r" b="b"/>
              <a:pathLst>
                <a:path w="6402070" h="3175">
                  <a:moveTo>
                    <a:pt x="6402006" y="0"/>
                  </a:moveTo>
                  <a:lnTo>
                    <a:pt x="6399022" y="0"/>
                  </a:lnTo>
                  <a:lnTo>
                    <a:pt x="3048" y="0"/>
                  </a:lnTo>
                  <a:lnTo>
                    <a:pt x="0" y="0"/>
                  </a:lnTo>
                  <a:lnTo>
                    <a:pt x="0" y="3035"/>
                  </a:lnTo>
                  <a:lnTo>
                    <a:pt x="3048" y="3035"/>
                  </a:lnTo>
                  <a:lnTo>
                    <a:pt x="6398971" y="3035"/>
                  </a:lnTo>
                  <a:lnTo>
                    <a:pt x="6402006" y="3035"/>
                  </a:lnTo>
                  <a:lnTo>
                    <a:pt x="6402006" y="0"/>
                  </a:lnTo>
                  <a:close/>
                </a:path>
              </a:pathLst>
            </a:custGeom>
            <a:solidFill>
              <a:srgbClr val="E2E2E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4" name="object 44"/>
          <p:cNvSpPr txBox="1"/>
          <p:nvPr/>
        </p:nvSpPr>
        <p:spPr>
          <a:xfrm>
            <a:off x="792276" y="8018526"/>
            <a:ext cx="6414135" cy="7416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400" b="1" dirty="0">
                <a:solidFill>
                  <a:srgbClr val="3B78D7"/>
                </a:solidFill>
                <a:latin typeface="Times New Roman"/>
                <a:cs typeface="Times New Roman"/>
              </a:rPr>
              <a:t>8.</a:t>
            </a:r>
            <a:r>
              <a:rPr sz="1400" b="1" spc="-5" dirty="0">
                <a:solidFill>
                  <a:srgbClr val="3B78D7"/>
                </a:solidFill>
                <a:latin typeface="Times New Roman"/>
                <a:cs typeface="Times New Roman"/>
              </a:rPr>
              <a:t> </a:t>
            </a:r>
            <a:r>
              <a:rPr sz="1400" b="1" spc="-10" dirty="0">
                <a:solidFill>
                  <a:srgbClr val="3B78D7"/>
                </a:solidFill>
                <a:latin typeface="Times New Roman"/>
                <a:cs typeface="Times New Roman"/>
              </a:rPr>
              <a:t>Conclusion:</a:t>
            </a:r>
            <a:endParaRPr sz="1400">
              <a:latin typeface="Times New Roman"/>
              <a:cs typeface="Times New Roman"/>
            </a:endParaRPr>
          </a:p>
          <a:p>
            <a:pPr marL="106680" marR="5080">
              <a:lnSpc>
                <a:spcPts val="1380"/>
              </a:lnSpc>
              <a:spcBef>
                <a:spcPts val="1235"/>
              </a:spcBef>
            </a:pPr>
            <a:r>
              <a:rPr sz="1200" i="1" dirty="0">
                <a:latin typeface="Times New Roman"/>
                <a:cs typeface="Times New Roman"/>
              </a:rPr>
              <a:t>(Summarize</a:t>
            </a:r>
            <a:r>
              <a:rPr sz="1200" i="1" spc="-2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how</a:t>
            </a:r>
            <a:r>
              <a:rPr sz="1200" i="1" spc="-2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JavaScript</a:t>
            </a:r>
            <a:r>
              <a:rPr sz="1200" i="1" spc="-2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successfully</a:t>
            </a:r>
            <a:r>
              <a:rPr sz="1200" i="1" spc="-2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enhanced</a:t>
            </a:r>
            <a:r>
              <a:rPr sz="1200" i="1" spc="-1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the</a:t>
            </a:r>
            <a:r>
              <a:rPr sz="1200" i="1" spc="-2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application</a:t>
            </a:r>
            <a:r>
              <a:rPr sz="1200" i="1" spc="-2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by</a:t>
            </a:r>
            <a:r>
              <a:rPr sz="1200" i="1" spc="-2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adding</a:t>
            </a:r>
            <a:r>
              <a:rPr sz="1200" i="1" spc="-20" dirty="0">
                <a:latin typeface="Times New Roman"/>
                <a:cs typeface="Times New Roman"/>
              </a:rPr>
              <a:t> </a:t>
            </a:r>
            <a:r>
              <a:rPr sz="1200" i="1" spc="-10" dirty="0">
                <a:latin typeface="Times New Roman"/>
                <a:cs typeface="Times New Roman"/>
              </a:rPr>
              <a:t>interactivity</a:t>
            </a:r>
            <a:r>
              <a:rPr sz="1200" i="1" spc="-2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and</a:t>
            </a:r>
            <a:r>
              <a:rPr sz="1200" i="1" spc="-25" dirty="0">
                <a:latin typeface="Times New Roman"/>
                <a:cs typeface="Times New Roman"/>
              </a:rPr>
              <a:t> </a:t>
            </a:r>
            <a:r>
              <a:rPr sz="1200" i="1" spc="-10" dirty="0">
                <a:latin typeface="Times New Roman"/>
                <a:cs typeface="Times New Roman"/>
              </a:rPr>
              <a:t>dynamic behavior.)</a:t>
            </a:r>
            <a:endParaRPr sz="1200">
              <a:latin typeface="Times New Roman"/>
              <a:cs typeface="Times New Roman"/>
            </a:endParaRPr>
          </a:p>
        </p:txBody>
      </p:sp>
      <p:pic>
        <p:nvPicPr>
          <p:cNvPr id="45" name="object 45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2749550" y="577849"/>
            <a:ext cx="1004798" cy="566420"/>
          </a:xfrm>
          <a:prstGeom prst="rect">
            <a:avLst/>
          </a:prstGeom>
        </p:spPr>
      </p:pic>
      <p:pic>
        <p:nvPicPr>
          <p:cNvPr id="46" name="object 46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739775" y="615949"/>
            <a:ext cx="1495933" cy="37020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</TotalTime>
  <Words>425</Words>
  <Application>Microsoft Office PowerPoint</Application>
  <PresentationFormat>Custom</PresentationFormat>
  <Paragraphs>48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Calibri</vt:lpstr>
      <vt:lpstr>Times New Roman</vt:lpstr>
      <vt:lpstr>Office Theme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Senthur Siva Sakthivel C</dc:creator>
  <cp:lastModifiedBy>S0805844</cp:lastModifiedBy>
  <cp:revision>2</cp:revision>
  <dcterms:created xsi:type="dcterms:W3CDTF">2026-03-04T05:00:28Z</dcterms:created>
  <dcterms:modified xsi:type="dcterms:W3CDTF">2026-03-05T14:10:36Z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2026-02-17T00:00:00Z</vt:filetime>
  </property>
  <property fmtid="{D5CDD505-2E9C-101B-9397-08002B2CF9AE}" pid="3" name="Creator">
    <vt:lpwstr>Microsoft® Word 2021</vt:lpwstr>
  </property>
  <property fmtid="{D5CDD505-2E9C-101B-9397-08002B2CF9AE}" pid="4" name="LastSaved">
    <vt:filetime>2026-03-04T00:00:00Z</vt:filetime>
  </property>
  <property fmtid="{D5CDD505-2E9C-101B-9397-08002B2CF9AE}" pid="5" name="Producer">
    <vt:lpwstr>3-Heights(TM) PDF Security Shell 4.8.25.2 (http://www.pdf-tools.com)</vt:lpwstr>
  </property>
</Properties>
</file>