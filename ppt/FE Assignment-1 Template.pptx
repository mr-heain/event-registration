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26" autoAdjust="0"/>
    <p:restoredTop sz="94660"/>
  </p:normalViewPr>
  <p:slideViewPr>
    <p:cSldViewPr>
      <p:cViewPr>
        <p:scale>
          <a:sx n="112" d="100"/>
          <a:sy n="112" d="100"/>
        </p:scale>
        <p:origin x="1254" y="-2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2568" y="1539579"/>
            <a:ext cx="4104062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1278" y="2159508"/>
            <a:ext cx="6466642" cy="7159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g"/><Relationship Id="rId5" Type="http://schemas.openxmlformats.org/officeDocument/2006/relationships/hyperlink" Target="mailto:events@abccollege.edu" TargetMode="External"/><Relationship Id="rId4" Type="http://schemas.openxmlformats.org/officeDocument/2006/relationships/hyperlink" Target="mailto:xyz@gmail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FRONT-</a:t>
            </a:r>
            <a:r>
              <a:rPr dirty="0"/>
              <a:t>END</a:t>
            </a:r>
            <a:r>
              <a:rPr spc="-25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/>
          <p:nvPr/>
        </p:nvSpPr>
        <p:spPr>
          <a:xfrm>
            <a:off x="660400" y="5594349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51278" y="2159508"/>
            <a:ext cx="6466642" cy="72369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marR="12065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ASSIGNMENT </a:t>
            </a:r>
            <a:r>
              <a:rPr dirty="0"/>
              <a:t>1</a:t>
            </a:r>
            <a:r>
              <a:rPr spc="-10" dirty="0"/>
              <a:t> TEMPLATE</a:t>
            </a:r>
          </a:p>
          <a:p>
            <a:pPr marL="10795">
              <a:lnSpc>
                <a:spcPct val="100000"/>
              </a:lnSpc>
              <a:spcBef>
                <a:spcPts val="585"/>
              </a:spcBef>
            </a:pPr>
            <a:endParaRPr spc="-10" dirty="0"/>
          </a:p>
          <a:p>
            <a:pPr marL="360045">
              <a:lnSpc>
                <a:spcPct val="100000"/>
              </a:lnSpc>
            </a:pPr>
            <a:r>
              <a:rPr sz="1200" dirty="0"/>
              <a:t>STUDENT </a:t>
            </a:r>
            <a:r>
              <a:rPr sz="1200" spc="-10" dirty="0"/>
              <a:t>NAME:</a:t>
            </a:r>
            <a:r>
              <a:rPr lang="en-US" sz="1200" spc="-10" dirty="0"/>
              <a:t> Hariharan S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sz="1200" spc="-10" dirty="0"/>
              <a:t>YEAR:</a:t>
            </a:r>
            <a:r>
              <a:rPr lang="en-US" sz="1200" spc="-10" dirty="0"/>
              <a:t> II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40"/>
              </a:spcBef>
            </a:pPr>
            <a:r>
              <a:rPr sz="1200" dirty="0"/>
              <a:t>COLLEGE</a:t>
            </a:r>
            <a:r>
              <a:rPr sz="1200" spc="-60" dirty="0"/>
              <a:t> </a:t>
            </a:r>
            <a:r>
              <a:rPr sz="1200" spc="-10" dirty="0"/>
              <a:t>CODE:</a:t>
            </a:r>
            <a:r>
              <a:rPr lang="en-US" sz="1200" spc="-10" dirty="0"/>
              <a:t> 1455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40"/>
              </a:spcBef>
            </a:pPr>
            <a:r>
              <a:rPr sz="1200" dirty="0"/>
              <a:t>COLLEGE</a:t>
            </a:r>
            <a:r>
              <a:rPr sz="1200" spc="-60" dirty="0"/>
              <a:t> </a:t>
            </a:r>
            <a:r>
              <a:rPr sz="1200" spc="-10" dirty="0"/>
              <a:t>NAME:</a:t>
            </a:r>
            <a:r>
              <a:rPr lang="en-US" sz="1200" spc="-10" dirty="0"/>
              <a:t> Tagore College of Arts And Science ,</a:t>
            </a:r>
            <a:r>
              <a:rPr lang="en-US" sz="1200" spc="-10" dirty="0" err="1"/>
              <a:t>Chrompet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40"/>
              </a:spcBef>
            </a:pPr>
            <a:r>
              <a:rPr sz="1200" spc="-10" dirty="0"/>
              <a:t>DEPARTMENT:</a:t>
            </a:r>
            <a:r>
              <a:rPr lang="en-US" sz="1200" spc="-10" dirty="0"/>
              <a:t> Computer Science 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930"/>
              </a:spcBef>
            </a:pPr>
            <a:r>
              <a:rPr sz="1200" spc="-10" dirty="0"/>
              <a:t>SEMESTER:</a:t>
            </a:r>
            <a:r>
              <a:rPr lang="en-US" sz="1200" spc="-10" dirty="0"/>
              <a:t> 4</a:t>
            </a:r>
            <a:r>
              <a:rPr lang="en-US" sz="1200" spc="-10" baseline="30000" dirty="0"/>
              <a:t>th</a:t>
            </a:r>
            <a:r>
              <a:rPr lang="en-US" sz="1200" spc="-10" dirty="0"/>
              <a:t> Semester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930"/>
              </a:spcBef>
            </a:pPr>
            <a:r>
              <a:rPr sz="1200" dirty="0"/>
              <a:t>ROLL </a:t>
            </a:r>
            <a:r>
              <a:rPr sz="1200" spc="-25" dirty="0"/>
              <a:t>NO:</a:t>
            </a:r>
            <a:r>
              <a:rPr lang="en-US" sz="1200" spc="-25" dirty="0"/>
              <a:t>  222407723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sz="1200" spc="-10" dirty="0"/>
              <a:t>NMID:</a:t>
            </a:r>
            <a:r>
              <a:rPr lang="en-US" sz="1200" spc="-10" dirty="0"/>
              <a:t> 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sz="1200" spc="-10" dirty="0"/>
              <a:t>DATE:</a:t>
            </a:r>
            <a:r>
              <a:rPr lang="en-US" sz="1200" spc="-10" dirty="0"/>
              <a:t> 06/03/2026</a:t>
            </a:r>
            <a:endParaRPr sz="1200" dirty="0"/>
          </a:p>
          <a:p>
            <a:pPr marL="360045">
              <a:lnSpc>
                <a:spcPct val="100000"/>
              </a:lnSpc>
              <a:spcBef>
                <a:spcPts val="630"/>
              </a:spcBef>
            </a:pPr>
            <a:r>
              <a:rPr sz="1200" dirty="0"/>
              <a:t>PROJECT </a:t>
            </a:r>
            <a:r>
              <a:rPr sz="1200" spc="-10" dirty="0"/>
              <a:t>TITLE:</a:t>
            </a:r>
            <a:r>
              <a:rPr lang="en-US" sz="1200" spc="-10" dirty="0"/>
              <a:t> </a:t>
            </a:r>
            <a:endParaRPr sz="1200" dirty="0"/>
          </a:p>
          <a:p>
            <a:pPr marL="10795">
              <a:lnSpc>
                <a:spcPct val="100000"/>
              </a:lnSpc>
            </a:pPr>
            <a:endParaRPr sz="1200" dirty="0"/>
          </a:p>
          <a:p>
            <a:pPr marL="10795">
              <a:lnSpc>
                <a:spcPct val="100000"/>
              </a:lnSpc>
              <a:spcBef>
                <a:spcPts val="440"/>
              </a:spcBef>
            </a:pPr>
            <a:endParaRPr sz="1200" dirty="0"/>
          </a:p>
          <a:p>
            <a:pPr marL="244475" indent="-222250">
              <a:lnSpc>
                <a:spcPct val="100000"/>
              </a:lnSpc>
              <a:buSzPct val="95652"/>
              <a:buAutoNum type="arabicPeriod"/>
              <a:tabLst>
                <a:tab pos="245110" algn="l"/>
              </a:tabLst>
            </a:pPr>
            <a:r>
              <a:rPr sz="2300" dirty="0">
                <a:solidFill>
                  <a:srgbClr val="6D9DEB"/>
                </a:solidFill>
              </a:rPr>
              <a:t>Assignment</a:t>
            </a:r>
            <a:r>
              <a:rPr sz="2300" spc="-55" dirty="0">
                <a:solidFill>
                  <a:srgbClr val="6D9DEB"/>
                </a:solidFill>
              </a:rPr>
              <a:t> </a:t>
            </a:r>
            <a:r>
              <a:rPr sz="2300" dirty="0">
                <a:solidFill>
                  <a:srgbClr val="6D9DEB"/>
                </a:solidFill>
              </a:rPr>
              <a:t>and</a:t>
            </a:r>
            <a:r>
              <a:rPr sz="2300" spc="-55" dirty="0">
                <a:solidFill>
                  <a:srgbClr val="6D9DEB"/>
                </a:solidFill>
              </a:rPr>
              <a:t> </a:t>
            </a:r>
            <a:r>
              <a:rPr sz="2300" spc="-10" dirty="0">
                <a:solidFill>
                  <a:srgbClr val="6D9DEB"/>
                </a:solidFill>
              </a:rPr>
              <a:t>Assumptions:</a:t>
            </a:r>
            <a:endParaRPr sz="2300" dirty="0"/>
          </a:p>
          <a:p>
            <a:pPr marL="115570">
              <a:lnSpc>
                <a:spcPct val="100000"/>
              </a:lnSpc>
              <a:spcBef>
                <a:spcPts val="1275"/>
              </a:spcBef>
            </a:pPr>
            <a:r>
              <a:rPr sz="1300" b="0" i="1" dirty="0">
                <a:latin typeface="Times New Roman"/>
                <a:cs typeface="Times New Roman"/>
              </a:rPr>
              <a:t>(This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section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gives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an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overview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of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the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assignment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and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explains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what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the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spc="-10" dirty="0">
                <a:latin typeface="Times New Roman"/>
                <a:cs typeface="Times New Roman"/>
              </a:rPr>
              <a:t>project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dirty="0">
                <a:latin typeface="Times New Roman"/>
                <a:cs typeface="Times New Roman"/>
              </a:rPr>
              <a:t>is</a:t>
            </a:r>
            <a:r>
              <a:rPr sz="1300" b="0" i="1" spc="-25" dirty="0">
                <a:latin typeface="Times New Roman"/>
                <a:cs typeface="Times New Roman"/>
              </a:rPr>
              <a:t> </a:t>
            </a:r>
            <a:r>
              <a:rPr sz="1300" b="0" i="1" spc="-10" dirty="0">
                <a:latin typeface="Times New Roman"/>
                <a:cs typeface="Times New Roman"/>
              </a:rPr>
              <a:t>about.).</a:t>
            </a:r>
            <a:endParaRPr sz="1300" dirty="0">
              <a:latin typeface="Times New Roman"/>
              <a:cs typeface="Times New Roman"/>
            </a:endParaRPr>
          </a:p>
          <a:p>
            <a:pPr marL="344805" lvl="1" indent="-321310">
              <a:lnSpc>
                <a:spcPct val="100000"/>
              </a:lnSpc>
              <a:spcBef>
                <a:spcPts val="655"/>
              </a:spcBef>
              <a:buSzPct val="94117"/>
              <a:buAutoNum type="arabicPeriod"/>
              <a:tabLst>
                <a:tab pos="345440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Assignment:</a:t>
            </a:r>
            <a:endParaRPr sz="1700" dirty="0">
              <a:latin typeface="Times New Roman"/>
              <a:cs typeface="Times New Roman"/>
            </a:endParaRPr>
          </a:p>
          <a:p>
            <a:pPr marL="74295" marR="5080" indent="-38100">
              <a:lnSpc>
                <a:spcPct val="179200"/>
              </a:lnSpc>
              <a:spcBef>
                <a:spcPts val="985"/>
              </a:spcBef>
            </a:pPr>
            <a:r>
              <a:rPr sz="1200" b="0" dirty="0">
                <a:latin typeface="Times New Roman"/>
                <a:cs typeface="Times New Roman"/>
              </a:rPr>
              <a:t>(</a:t>
            </a:r>
            <a:r>
              <a:rPr sz="1200" b="0" i="1" dirty="0">
                <a:latin typeface="Times New Roman"/>
                <a:cs typeface="Times New Roman"/>
              </a:rPr>
              <a:t>In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this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section,</a:t>
            </a:r>
            <a:r>
              <a:rPr sz="1200" b="0" i="1" spc="-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briefly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describe</a:t>
            </a:r>
            <a:r>
              <a:rPr sz="1200" b="0" i="1" spc="-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the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application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you</a:t>
            </a:r>
            <a:r>
              <a:rPr sz="1200" b="0" i="1" spc="-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are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developing</a:t>
            </a:r>
            <a:r>
              <a:rPr sz="1200" b="0" i="1" spc="-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and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the</a:t>
            </a:r>
            <a:r>
              <a:rPr sz="1200" b="0" i="1" spc="-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main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tasks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to</a:t>
            </a:r>
            <a:r>
              <a:rPr sz="1200" b="0" i="1" spc="-20" dirty="0">
                <a:latin typeface="Times New Roman"/>
                <a:cs typeface="Times New Roman"/>
              </a:rPr>
              <a:t> </a:t>
            </a:r>
            <a:r>
              <a:rPr sz="1200" b="0" i="1" dirty="0">
                <a:latin typeface="Times New Roman"/>
                <a:cs typeface="Times New Roman"/>
              </a:rPr>
              <a:t>be</a:t>
            </a:r>
            <a:r>
              <a:rPr sz="1200" b="0" i="1" spc="-25" dirty="0">
                <a:latin typeface="Times New Roman"/>
                <a:cs typeface="Times New Roman"/>
              </a:rPr>
              <a:t> </a:t>
            </a:r>
            <a:r>
              <a:rPr sz="1200" b="0" i="1" spc="-10" dirty="0">
                <a:latin typeface="Times New Roman"/>
                <a:cs typeface="Times New Roman"/>
              </a:rPr>
              <a:t>completed.</a:t>
            </a:r>
            <a:r>
              <a:rPr sz="1200" b="0" spc="-10" dirty="0">
                <a:latin typeface="Times New Roman"/>
                <a:cs typeface="Times New Roman"/>
              </a:rPr>
              <a:t>) </a:t>
            </a:r>
            <a:r>
              <a:rPr sz="1200" b="0" dirty="0">
                <a:latin typeface="Times New Roman"/>
                <a:cs typeface="Times New Roman"/>
              </a:rPr>
              <a:t>The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proposed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assignment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is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to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design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and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develop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Simple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Event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Registration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Page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using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HTML,</a:t>
            </a:r>
            <a:r>
              <a:rPr sz="1200" b="0" spc="-25" dirty="0">
                <a:latin typeface="Times New Roman"/>
                <a:cs typeface="Times New Roman"/>
              </a:rPr>
              <a:t> </a:t>
            </a:r>
            <a:r>
              <a:rPr sz="1200" b="0" spc="-20" dirty="0">
                <a:latin typeface="Times New Roman"/>
                <a:cs typeface="Times New Roman"/>
              </a:rPr>
              <a:t>CSS, </a:t>
            </a:r>
            <a:r>
              <a:rPr sz="1200" b="0" dirty="0">
                <a:latin typeface="Times New Roman"/>
                <a:cs typeface="Times New Roman"/>
              </a:rPr>
              <a:t>and</a:t>
            </a:r>
            <a:r>
              <a:rPr sz="1200" b="0" spc="-2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JavaScript.</a:t>
            </a:r>
            <a:endParaRPr sz="1200" dirty="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1140"/>
              </a:spcBef>
            </a:pPr>
            <a:r>
              <a:rPr sz="1200" b="0" dirty="0">
                <a:latin typeface="Times New Roman"/>
                <a:cs typeface="Times New Roman"/>
              </a:rPr>
              <a:t>The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web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page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should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allow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users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spc="-25" dirty="0">
                <a:latin typeface="Times New Roman"/>
                <a:cs typeface="Times New Roman"/>
              </a:rPr>
              <a:t>to:</a:t>
            </a:r>
            <a:endParaRPr sz="1200" dirty="0">
              <a:latin typeface="Times New Roman"/>
              <a:cs typeface="Times New Roman"/>
            </a:endParaRPr>
          </a:p>
          <a:p>
            <a:pPr marL="241935" lvl="2" indent="-91440">
              <a:lnSpc>
                <a:spcPts val="1410"/>
              </a:lnSpc>
              <a:spcBef>
                <a:spcPts val="1140"/>
              </a:spcBef>
              <a:buFont typeface="Times New Roman"/>
              <a:buChar char="•"/>
              <a:tabLst>
                <a:tab pos="242570" algn="l"/>
              </a:tabLst>
            </a:pPr>
            <a:r>
              <a:rPr sz="1200" spc="-10" dirty="0">
                <a:latin typeface="Times New Roman"/>
                <a:cs typeface="Times New Roman"/>
              </a:rPr>
              <a:t>View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</a:t>
            </a:r>
            <a:endParaRPr sz="1200" dirty="0">
              <a:latin typeface="Times New Roman"/>
              <a:cs typeface="Times New Roman"/>
            </a:endParaRPr>
          </a:p>
          <a:p>
            <a:pPr marL="241935" lvl="2" indent="-91440">
              <a:lnSpc>
                <a:spcPts val="1380"/>
              </a:lnSpc>
              <a:buChar char="•"/>
              <a:tabLst>
                <a:tab pos="242570" algn="l"/>
              </a:tabLst>
            </a:pP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endParaRPr sz="1200" dirty="0">
              <a:latin typeface="Times New Roman"/>
              <a:cs typeface="Times New Roman"/>
            </a:endParaRPr>
          </a:p>
          <a:p>
            <a:pPr marL="241935" lvl="2" indent="-91440">
              <a:lnSpc>
                <a:spcPts val="1380"/>
              </a:lnSpc>
              <a:buChar char="•"/>
              <a:tabLst>
                <a:tab pos="242570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preferences</a:t>
            </a:r>
            <a:endParaRPr sz="1200" dirty="0">
              <a:latin typeface="Times New Roman"/>
              <a:cs typeface="Times New Roman"/>
            </a:endParaRPr>
          </a:p>
          <a:p>
            <a:pPr marL="241935" lvl="2" indent="-91440">
              <a:lnSpc>
                <a:spcPts val="1380"/>
              </a:lnSpc>
              <a:buChar char="•"/>
              <a:tabLst>
                <a:tab pos="242570" algn="l"/>
              </a:tabLst>
            </a:pPr>
            <a:r>
              <a:rPr sz="1200" dirty="0">
                <a:latin typeface="Times New Roman"/>
                <a:cs typeface="Times New Roman"/>
              </a:rPr>
              <a:t>Submit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registration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</a:t>
            </a:r>
            <a:endParaRPr sz="1200" dirty="0">
              <a:latin typeface="Times New Roman"/>
              <a:cs typeface="Times New Roman"/>
            </a:endParaRPr>
          </a:p>
          <a:p>
            <a:pPr marL="241935" lvl="2" indent="-91440">
              <a:lnSpc>
                <a:spcPts val="1410"/>
              </a:lnSpc>
              <a:buChar char="•"/>
              <a:tabLst>
                <a:tab pos="242570" algn="l"/>
              </a:tabLst>
            </a:pPr>
            <a:r>
              <a:rPr sz="1200" spc="-10" dirty="0">
                <a:latin typeface="Times New Roman"/>
                <a:cs typeface="Times New Roman"/>
              </a:rPr>
              <a:t>View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participants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(static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0400" y="9582143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334" y="561975"/>
            <a:ext cx="1495425" cy="371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9210" y="361950"/>
            <a:ext cx="1009650" cy="571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4184" y="495300"/>
            <a:ext cx="1000125" cy="4381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79159" y="533400"/>
            <a:ext cx="1076324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3209" y="794363"/>
            <a:ext cx="1000125" cy="4381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2934" y="813413"/>
            <a:ext cx="1076324" cy="400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3409" y="1756702"/>
            <a:ext cx="5252720" cy="78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Times New Roman"/>
                <a:cs typeface="Times New Roman"/>
              </a:rPr>
              <a:t>1.2.Purpose:</a:t>
            </a: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lang="en-US" sz="1200" dirty="0"/>
              <a:t>To understand the fundamental structure of a webpage using HTML5 and to create a functional data collection form for event management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0400" y="2635248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0400" y="4127500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5710" y="2959997"/>
            <a:ext cx="5879465" cy="3011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22250">
              <a:lnSpc>
                <a:spcPct val="100000"/>
              </a:lnSpc>
              <a:spcBef>
                <a:spcPts val="100"/>
              </a:spcBef>
              <a:buClr>
                <a:srgbClr val="3C78D8"/>
              </a:buClr>
              <a:buSzPct val="95652"/>
              <a:buFont typeface="Times New Roman"/>
              <a:buAutoNum type="arabicPeriod" startAt="2"/>
              <a:tabLst>
                <a:tab pos="278130" algn="l"/>
              </a:tabLst>
            </a:pPr>
            <a:r>
              <a:rPr sz="2300" b="1" dirty="0">
                <a:solidFill>
                  <a:srgbClr val="3C78D8"/>
                </a:solidFill>
                <a:latin typeface="Times New Roman"/>
                <a:cs typeface="Times New Roman"/>
              </a:rPr>
              <a:t>Problem</a:t>
            </a:r>
            <a:r>
              <a:rPr sz="2300" b="1" spc="-10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Statement:</a:t>
            </a:r>
            <a:endParaRPr sz="2300" dirty="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155"/>
              </a:spcBef>
            </a:pPr>
            <a:r>
              <a:rPr lang="en-US" sz="1200" dirty="0"/>
              <a:t>Manual event registration is prone to errors and difficult to manage. This application provides a digital interface to collect participant details systematically and display them in a structured table.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30504" indent="-222250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buFont typeface="Times New Roman"/>
              <a:buAutoNum type="arabicPeriod" startAt="3"/>
              <a:tabLst>
                <a:tab pos="230504" algn="l"/>
              </a:tabLst>
            </a:pPr>
            <a:r>
              <a:rPr sz="2300" b="1" dirty="0">
                <a:solidFill>
                  <a:srgbClr val="3C78D8"/>
                </a:solidFill>
                <a:latin typeface="Times New Roman"/>
                <a:cs typeface="Times New Roman"/>
              </a:rPr>
              <a:t>Expected</a:t>
            </a:r>
            <a:r>
              <a:rPr sz="2300" b="1" spc="-9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Features:</a:t>
            </a:r>
            <a:endParaRPr lang="en-US" sz="2300" spc="-10" dirty="0">
              <a:solidFill>
                <a:srgbClr val="3C78D8"/>
              </a:solidFill>
              <a:latin typeface="Times New Roman"/>
              <a:cs typeface="Times New Roman"/>
            </a:endParaRPr>
          </a:p>
          <a:p>
            <a:pPr marL="8254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tabLst>
                <a:tab pos="230504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1.  </a:t>
            </a:r>
            <a:r>
              <a:rPr sz="1700" b="1" dirty="0">
                <a:latin typeface="Times New Roman"/>
                <a:cs typeface="Times New Roman"/>
              </a:rPr>
              <a:t>Event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Title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and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Description:</a:t>
            </a:r>
            <a:endParaRPr lang="en-US" sz="1700" b="1" spc="-10" dirty="0">
              <a:latin typeface="Times New Roman"/>
              <a:cs typeface="Times New Roman"/>
            </a:endParaRPr>
          </a:p>
          <a:p>
            <a:pPr marL="8254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tabLst>
                <a:tab pos="230504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	</a:t>
            </a:r>
            <a:r>
              <a:rPr lang="en-US" sz="1700" b="1" dirty="0">
                <a:latin typeface="Times New Roman"/>
                <a:cs typeface="Times New Roman"/>
              </a:rPr>
              <a:t>Title:</a:t>
            </a:r>
            <a:r>
              <a:rPr lang="en-US" sz="1700" dirty="0">
                <a:latin typeface="Times New Roman"/>
                <a:cs typeface="Times New Roman"/>
              </a:rPr>
              <a:t> College Workshop Registration</a:t>
            </a:r>
          </a:p>
          <a:p>
            <a:pPr marL="8254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tabLst>
                <a:tab pos="230504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    </a:t>
            </a:r>
            <a:r>
              <a:rPr lang="en-US" sz="1700" b="1" dirty="0">
                <a:latin typeface="Times New Roman"/>
                <a:cs typeface="Times New Roman"/>
              </a:rPr>
              <a:t>Description:</a:t>
            </a:r>
            <a:r>
              <a:rPr lang="en-US" sz="1700" dirty="0">
                <a:latin typeface="Times New Roman"/>
                <a:cs typeface="Times New Roman"/>
              </a:rPr>
              <a:t> A technical seminar designed to provide students 	with hands-on experience in modern programming languages     	like Java and Python.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0400" y="6000457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3409" y="5968709"/>
            <a:ext cx="5546090" cy="3413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7985" lvl="1" indent="-375285">
              <a:lnSpc>
                <a:spcPct val="100000"/>
              </a:lnSpc>
              <a:spcBef>
                <a:spcPts val="590"/>
              </a:spcBef>
              <a:buFont typeface="Times New Roman"/>
              <a:buAutoNum type="arabicPeriod" startAt="2"/>
              <a:tabLst>
                <a:tab pos="387985" algn="l"/>
              </a:tabLst>
            </a:pPr>
            <a:r>
              <a:rPr sz="1700" b="1" dirty="0">
                <a:latin typeface="Times New Roman"/>
                <a:cs typeface="Times New Roman"/>
              </a:rPr>
              <a:t>Event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Information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&amp;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Registration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Form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Section: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i="1" dirty="0">
                <a:latin typeface="Times New Roman"/>
                <a:cs typeface="Times New Roman"/>
              </a:rPr>
              <a:t>(Include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complete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event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details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create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registration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form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collect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user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information.)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includes: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145"/>
              </a:spcBef>
              <a:buFont typeface="Arial"/>
              <a:buChar char="●"/>
              <a:tabLst>
                <a:tab pos="288925" algn="l"/>
              </a:tabLst>
            </a:pP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sz="1200" dirty="0">
                <a:latin typeface="Times New Roman"/>
                <a:cs typeface="Times New Roman"/>
              </a:rPr>
              <a:t>Registration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Form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sz="1200" dirty="0">
                <a:latin typeface="Times New Roman"/>
                <a:cs typeface="Times New Roman"/>
              </a:rPr>
              <a:t>Personal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Selection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Declaration</a:t>
            </a:r>
            <a:endParaRPr sz="1200">
              <a:latin typeface="Times New Roman"/>
              <a:cs typeface="Times New Roman"/>
            </a:endParaRPr>
          </a:p>
          <a:p>
            <a:pPr marL="288925" lvl="2" indent="-180975">
              <a:lnSpc>
                <a:spcPct val="100000"/>
              </a:lnSpc>
              <a:spcBef>
                <a:spcPts val="1325"/>
              </a:spcBef>
              <a:buFont typeface="Arial"/>
              <a:buChar char="●"/>
              <a:tabLst>
                <a:tab pos="288925" algn="l"/>
              </a:tabLst>
            </a:pPr>
            <a:r>
              <a:rPr sz="1200" dirty="0">
                <a:latin typeface="Times New Roman"/>
                <a:cs typeface="Times New Roman"/>
              </a:rPr>
              <a:t>Form </a:t>
            </a:r>
            <a:r>
              <a:rPr sz="1200" spc="-10" dirty="0">
                <a:latin typeface="Times New Roman"/>
                <a:cs typeface="Times New Roman"/>
              </a:rPr>
              <a:t>Controls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334" y="661013"/>
            <a:ext cx="1495425" cy="3714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9210" y="641963"/>
            <a:ext cx="100965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3209" y="409575"/>
            <a:ext cx="1000125" cy="4381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3909" y="428625"/>
            <a:ext cx="1076324" cy="400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5809" y="1235593"/>
            <a:ext cx="2695575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Times New Roman"/>
                <a:cs typeface="Times New Roman"/>
              </a:rPr>
              <a:t>Sample:</a:t>
            </a:r>
            <a:endParaRPr sz="1300">
              <a:latin typeface="Times New Roman"/>
              <a:cs typeface="Times New Roman"/>
            </a:endParaRPr>
          </a:p>
          <a:p>
            <a:pPr marL="79375" marR="5080">
              <a:lnSpc>
                <a:spcPct val="193000"/>
              </a:lnSpc>
              <a:spcBef>
                <a:spcPts val="400"/>
              </a:spcBef>
            </a:pPr>
            <a:r>
              <a:rPr sz="1200" b="1" dirty="0">
                <a:latin typeface="Times New Roman"/>
                <a:cs typeface="Times New Roman"/>
              </a:rPr>
              <a:t>Registration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Sample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Filled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Data </a:t>
            </a:r>
            <a:r>
              <a:rPr sz="1200" b="1" dirty="0">
                <a:latin typeface="Times New Roman"/>
                <a:cs typeface="Times New Roman"/>
              </a:rPr>
              <a:t>Personal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415"/>
              </a:lnSpc>
              <a:spcBef>
                <a:spcPts val="1145"/>
              </a:spcBef>
              <a:buFont typeface="Arial"/>
              <a:buChar char="●"/>
              <a:tabLst>
                <a:tab pos="508000" algn="l"/>
              </a:tabLst>
            </a:pPr>
            <a:r>
              <a:rPr sz="1200" b="1" dirty="0">
                <a:latin typeface="Times New Roman"/>
                <a:cs typeface="Times New Roman"/>
              </a:rPr>
              <a:t>Name: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XYZ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385"/>
              </a:lnSpc>
              <a:buFont typeface="Arial"/>
              <a:buChar char="●"/>
              <a:tabLst>
                <a:tab pos="508000" algn="l"/>
              </a:tabLst>
            </a:pPr>
            <a:r>
              <a:rPr sz="1200" b="1" dirty="0">
                <a:latin typeface="Times New Roman"/>
                <a:cs typeface="Times New Roman"/>
              </a:rPr>
              <a:t>Email: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4"/>
              </a:rPr>
              <a:t>xyz@gmail.com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385"/>
              </a:lnSpc>
              <a:buFont typeface="Arial"/>
              <a:buChar char="●"/>
              <a:tabLst>
                <a:tab pos="508000" algn="l"/>
              </a:tabLst>
            </a:pPr>
            <a:r>
              <a:rPr sz="1200" b="1" dirty="0">
                <a:latin typeface="Times New Roman"/>
                <a:cs typeface="Times New Roman"/>
              </a:rPr>
              <a:t>Phone Number: </a:t>
            </a:r>
            <a:r>
              <a:rPr sz="1200" spc="-10" dirty="0">
                <a:latin typeface="Times New Roman"/>
                <a:cs typeface="Times New Roman"/>
              </a:rPr>
              <a:t>9876543210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385"/>
              </a:lnSpc>
              <a:buFont typeface="Arial"/>
              <a:buChar char="●"/>
              <a:tabLst>
                <a:tab pos="508000" algn="l"/>
              </a:tabLst>
            </a:pPr>
            <a:r>
              <a:rPr sz="1200" b="1" dirty="0">
                <a:latin typeface="Times New Roman"/>
                <a:cs typeface="Times New Roman"/>
              </a:rPr>
              <a:t>Date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Birth: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12/02/2006</a:t>
            </a:r>
            <a:endParaRPr sz="1200">
              <a:latin typeface="Times New Roman"/>
              <a:cs typeface="Times New Roman"/>
            </a:endParaRPr>
          </a:p>
          <a:p>
            <a:pPr marL="508000" indent="-190500">
              <a:lnSpc>
                <a:spcPts val="1415"/>
              </a:lnSpc>
              <a:buFont typeface="Arial"/>
              <a:buChar char="●"/>
              <a:tabLst>
                <a:tab pos="508000" algn="l"/>
              </a:tabLst>
            </a:pPr>
            <a:r>
              <a:rPr sz="1200" b="1" dirty="0">
                <a:latin typeface="Times New Roman"/>
                <a:cs typeface="Times New Roman"/>
              </a:rPr>
              <a:t>Gender: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Female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0400" y="3511546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3409" y="3767176"/>
            <a:ext cx="3949700" cy="1596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Times New Roman"/>
                <a:cs typeface="Times New Roman"/>
              </a:rPr>
              <a:t>3.3.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Registered</a:t>
            </a:r>
            <a:r>
              <a:rPr sz="1700" b="1" spc="-7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Participants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Section</a:t>
            </a: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5"/>
              </a:spcBef>
            </a:pPr>
            <a:r>
              <a:rPr sz="1200" dirty="0">
                <a:latin typeface="Times New Roman"/>
                <a:cs typeface="Times New Roman"/>
              </a:rPr>
              <a:t>(C</a:t>
            </a:r>
            <a:r>
              <a:rPr sz="1200" i="1" dirty="0">
                <a:latin typeface="Times New Roman"/>
                <a:cs typeface="Times New Roman"/>
              </a:rPr>
              <a:t>reate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table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display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details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registered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participants.</a:t>
            </a:r>
            <a:r>
              <a:rPr sz="1200" spc="-1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88900" marR="1468120">
              <a:lnSpc>
                <a:spcPct val="179200"/>
              </a:lnSpc>
            </a:pP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Email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|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| </a:t>
            </a:r>
            <a:r>
              <a:rPr sz="1200" dirty="0">
                <a:latin typeface="Times New Roman"/>
                <a:cs typeface="Times New Roman"/>
              </a:rPr>
              <a:t>(Add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sample</a:t>
            </a:r>
            <a:r>
              <a:rPr sz="1200" spc="-20" dirty="0">
                <a:latin typeface="Times New Roman"/>
                <a:cs typeface="Times New Roman"/>
              </a:rPr>
              <a:t> row)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140"/>
              </a:spcBef>
            </a:pPr>
            <a:r>
              <a:rPr sz="1200" b="1" spc="-10" dirty="0">
                <a:latin typeface="Times New Roman"/>
                <a:cs typeface="Times New Roman"/>
              </a:rPr>
              <a:t>Sample: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49300" y="5511805"/>
          <a:ext cx="6413500" cy="596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Event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Mode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XYZ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  <a:hlinkClick r:id="rId4"/>
                        </a:rPr>
                        <a:t>xyz@gmail.com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9876543210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Workshop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Offline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60400" y="6572244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5309" y="6765718"/>
            <a:ext cx="6341110" cy="25501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latin typeface="Times New Roman"/>
                <a:cs typeface="Times New Roman"/>
              </a:rPr>
              <a:t>3.4.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Footer</a:t>
            </a:r>
            <a:r>
              <a:rPr sz="1700" b="1" spc="-2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Section: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i="1" dirty="0">
                <a:latin typeface="Times New Roman"/>
                <a:cs typeface="Times New Roman"/>
              </a:rPr>
              <a:t>(Add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contact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details,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support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information,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copyright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details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bottom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page.)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  <a:spcBef>
                <a:spcPts val="5"/>
              </a:spcBef>
            </a:pPr>
            <a:r>
              <a:rPr sz="1300" b="1" spc="-10" dirty="0">
                <a:latin typeface="Times New Roman"/>
                <a:cs typeface="Times New Roman"/>
              </a:rPr>
              <a:t>Sample:</a:t>
            </a:r>
            <a:endParaRPr sz="130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430"/>
              </a:spcBef>
            </a:pPr>
            <a:r>
              <a:rPr sz="1300" b="1" dirty="0">
                <a:latin typeface="Times New Roman"/>
                <a:cs typeface="Times New Roman"/>
              </a:rPr>
              <a:t>Contact</a:t>
            </a:r>
            <a:r>
              <a:rPr sz="1300" b="1" spc="-6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Email:</a:t>
            </a:r>
            <a:r>
              <a:rPr sz="1300" b="1" spc="-6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  <a:hlinkClick r:id="rId5"/>
              </a:rPr>
              <a:t>events@abccollege.edu</a:t>
            </a:r>
            <a:endParaRPr sz="130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135"/>
              </a:spcBef>
            </a:pPr>
            <a:r>
              <a:rPr sz="1300" b="1" dirty="0">
                <a:latin typeface="Times New Roman"/>
                <a:cs typeface="Times New Roman"/>
              </a:rPr>
              <a:t>Help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Desk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Number: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+91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94444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12345</a:t>
            </a:r>
            <a:endParaRPr sz="1300">
              <a:latin typeface="Times New Roman"/>
              <a:cs typeface="Times New Roman"/>
            </a:endParaRPr>
          </a:p>
          <a:p>
            <a:pPr marL="679450">
              <a:lnSpc>
                <a:spcPct val="100000"/>
              </a:lnSpc>
              <a:spcBef>
                <a:spcPts val="1130"/>
              </a:spcBef>
            </a:pPr>
            <a:r>
              <a:rPr sz="1300" b="1" dirty="0">
                <a:latin typeface="Times New Roman"/>
                <a:cs typeface="Times New Roman"/>
              </a:rPr>
              <a:t>Support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Timings: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9:00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–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4:30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PM</a:t>
            </a:r>
            <a:r>
              <a:rPr sz="1300" spc="-20" dirty="0">
                <a:latin typeface="Times New Roman"/>
                <a:cs typeface="Times New Roman"/>
              </a:rPr>
              <a:t> (Working </a:t>
            </a:r>
            <a:r>
              <a:rPr sz="1300" dirty="0">
                <a:latin typeface="Times New Roman"/>
                <a:cs typeface="Times New Roman"/>
              </a:rPr>
              <a:t>Days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Only)</a:t>
            </a:r>
            <a:endParaRPr sz="1300">
              <a:latin typeface="Times New Roman"/>
              <a:cs typeface="Times New Roman"/>
            </a:endParaRPr>
          </a:p>
          <a:p>
            <a:pPr marL="679450" marR="5080">
              <a:lnSpc>
                <a:spcPts val="1490"/>
              </a:lnSpc>
              <a:spcBef>
                <a:spcPts val="1245"/>
              </a:spcBef>
            </a:pPr>
            <a:r>
              <a:rPr sz="1300" b="1" spc="-10" dirty="0">
                <a:latin typeface="Times New Roman"/>
                <a:cs typeface="Times New Roman"/>
              </a:rPr>
              <a:t>Copyright:</a:t>
            </a:r>
            <a:r>
              <a:rPr sz="1300" spc="-10" dirty="0">
                <a:latin typeface="Times New Roman"/>
                <a:cs typeface="Times New Roman"/>
              </a:rPr>
              <a:t>©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Department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Computer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Science,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ABC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Engineering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College.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All </a:t>
            </a:r>
            <a:r>
              <a:rPr sz="1300" dirty="0">
                <a:latin typeface="Times New Roman"/>
                <a:cs typeface="Times New Roman"/>
              </a:rPr>
              <a:t>Rights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Reserved.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259" y="361950"/>
            <a:ext cx="1495425" cy="3714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9210" y="342900"/>
            <a:ext cx="100965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9134" y="689594"/>
            <a:ext cx="1076324" cy="400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6984" y="670544"/>
            <a:ext cx="1000125" cy="4381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60400" y="22796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0400" y="34861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0400" y="48323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0400" y="6026155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3" y="0"/>
                </a:lnTo>
              </a:path>
            </a:pathLst>
          </a:custGeom>
          <a:ln w="12699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5710" y="1243773"/>
            <a:ext cx="5901055" cy="568896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230504" indent="-222250">
              <a:lnSpc>
                <a:spcPct val="100000"/>
              </a:lnSpc>
              <a:spcBef>
                <a:spcPts val="1170"/>
              </a:spcBef>
              <a:buClr>
                <a:srgbClr val="3C78D8"/>
              </a:buClr>
              <a:buSzPct val="95652"/>
              <a:buFont typeface="Times New Roman"/>
              <a:buAutoNum type="arabicPeriod" startAt="4"/>
              <a:tabLst>
                <a:tab pos="230504" algn="l"/>
              </a:tabLst>
            </a:pPr>
            <a:r>
              <a:rPr sz="2300" b="1" dirty="0">
                <a:solidFill>
                  <a:srgbClr val="3C78D8"/>
                </a:solidFill>
                <a:latin typeface="Times New Roman"/>
                <a:cs typeface="Times New Roman"/>
              </a:rPr>
              <a:t>Implementation</a:t>
            </a:r>
            <a:r>
              <a:rPr sz="2300" b="1" spc="-10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Steps:</a:t>
            </a:r>
            <a:endParaRPr sz="23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555"/>
              </a:spcBef>
            </a:pPr>
            <a:r>
              <a:rPr sz="1200" i="1" dirty="0">
                <a:latin typeface="Times New Roman"/>
                <a:cs typeface="Times New Roman"/>
              </a:rPr>
              <a:t>(Explain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step-by-</a:t>
            </a:r>
            <a:r>
              <a:rPr sz="1200" i="1" dirty="0">
                <a:latin typeface="Times New Roman"/>
                <a:cs typeface="Times New Roman"/>
              </a:rPr>
              <a:t>step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process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followed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develop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project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Times New Roman"/>
                <a:cs typeface="Times New Roman"/>
              </a:rPr>
              <a:t>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200">
              <a:latin typeface="Times New Roman"/>
              <a:cs typeface="Times New Roman"/>
            </a:endParaRPr>
          </a:p>
          <a:p>
            <a:pPr marL="351155" indent="-290830">
              <a:lnSpc>
                <a:spcPct val="100000"/>
              </a:lnSpc>
              <a:buClr>
                <a:srgbClr val="3C78D8"/>
              </a:buClr>
              <a:buSzPct val="95652"/>
              <a:buFont typeface="Times New Roman"/>
              <a:buAutoNum type="arabicPeriod" startAt="5"/>
              <a:tabLst>
                <a:tab pos="351155" algn="l"/>
              </a:tabLst>
            </a:pPr>
            <a:r>
              <a:rPr sz="2300" b="1" spc="-25" dirty="0">
                <a:solidFill>
                  <a:srgbClr val="3C78D8"/>
                </a:solidFill>
                <a:latin typeface="Times New Roman"/>
                <a:cs typeface="Times New Roman"/>
              </a:rPr>
              <a:t>Technologies</a:t>
            </a:r>
            <a:r>
              <a:rPr sz="2300" b="1" spc="-3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2300" b="1" spc="-20" dirty="0">
                <a:solidFill>
                  <a:srgbClr val="3C78D8"/>
                </a:solidFill>
                <a:latin typeface="Times New Roman"/>
                <a:cs typeface="Times New Roman"/>
              </a:rPr>
              <a:t>Used:</a:t>
            </a:r>
            <a:endParaRPr sz="23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1225"/>
              </a:spcBef>
            </a:pPr>
            <a:r>
              <a:rPr sz="1200" i="1" dirty="0">
                <a:latin typeface="Times New Roman"/>
                <a:cs typeface="Times New Roman"/>
              </a:rPr>
              <a:t>(Mention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technologies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used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build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project</a:t>
            </a:r>
            <a:r>
              <a:rPr sz="1200" i="1" spc="254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with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code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(HTML,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CSS,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JavaScript)).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200">
              <a:latin typeface="Times New Roman"/>
              <a:cs typeface="Times New Roman"/>
            </a:endParaRPr>
          </a:p>
          <a:p>
            <a:pPr marL="230504" indent="-222250">
              <a:lnSpc>
                <a:spcPct val="100000"/>
              </a:lnSpc>
              <a:buSzPct val="95652"/>
              <a:buAutoNum type="arabicPeriod" startAt="6"/>
              <a:tabLst>
                <a:tab pos="230504" algn="l"/>
              </a:tabLst>
            </a:pPr>
            <a:r>
              <a:rPr sz="23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Output:</a:t>
            </a:r>
            <a:endParaRPr sz="2300">
              <a:latin typeface="Times New Roman"/>
              <a:cs typeface="Times New Roman"/>
            </a:endParaRPr>
          </a:p>
          <a:p>
            <a:pPr marL="60325" marR="5080">
              <a:lnSpc>
                <a:spcPts val="1380"/>
              </a:lnSpc>
              <a:spcBef>
                <a:spcPts val="1380"/>
              </a:spcBef>
            </a:pPr>
            <a:r>
              <a:rPr sz="1200" i="1" dirty="0">
                <a:latin typeface="Times New Roman"/>
                <a:cs typeface="Times New Roman"/>
              </a:rPr>
              <a:t>(Attach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screenshots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showing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final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output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application,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including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form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Times New Roman"/>
                <a:cs typeface="Times New Roman"/>
              </a:rPr>
              <a:t>and </a:t>
            </a:r>
            <a:r>
              <a:rPr sz="1200" i="1" dirty="0">
                <a:latin typeface="Times New Roman"/>
                <a:cs typeface="Times New Roman"/>
              </a:rPr>
              <a:t>participants</a:t>
            </a:r>
            <a:r>
              <a:rPr sz="1200" i="1" spc="-6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table.)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200">
              <a:latin typeface="Times New Roman"/>
              <a:cs typeface="Times New Roman"/>
            </a:endParaRPr>
          </a:p>
          <a:p>
            <a:pPr marL="278130" indent="-222250">
              <a:lnSpc>
                <a:spcPct val="100000"/>
              </a:lnSpc>
              <a:buClr>
                <a:srgbClr val="3C78D8"/>
              </a:buClr>
              <a:buSzPct val="95652"/>
              <a:buFont typeface="Times New Roman"/>
              <a:buAutoNum type="arabicPeriod" startAt="7"/>
              <a:tabLst>
                <a:tab pos="278130" algn="l"/>
              </a:tabLst>
            </a:pPr>
            <a:r>
              <a:rPr sz="2300" b="1" dirty="0">
                <a:solidFill>
                  <a:srgbClr val="3C78D8"/>
                </a:solidFill>
                <a:latin typeface="Times New Roman"/>
                <a:cs typeface="Times New Roman"/>
              </a:rPr>
              <a:t>Learning</a:t>
            </a:r>
            <a:r>
              <a:rPr sz="2300" b="1" spc="-80" dirty="0">
                <a:solidFill>
                  <a:srgbClr val="3C78D8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Outcome:</a:t>
            </a:r>
            <a:endParaRPr sz="23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335"/>
              </a:spcBef>
            </a:pPr>
            <a:r>
              <a:rPr sz="1200" i="1" dirty="0">
                <a:latin typeface="Times New Roman"/>
                <a:cs typeface="Times New Roman"/>
              </a:rPr>
              <a:t>(Explain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skills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knowledge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gained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from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completing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assignment.)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200">
              <a:latin typeface="Times New Roman"/>
              <a:cs typeface="Times New Roman"/>
            </a:endParaRPr>
          </a:p>
          <a:p>
            <a:pPr marL="332105" indent="-290830">
              <a:lnSpc>
                <a:spcPct val="100000"/>
              </a:lnSpc>
              <a:spcBef>
                <a:spcPts val="5"/>
              </a:spcBef>
              <a:buClr>
                <a:srgbClr val="3C78D8"/>
              </a:buClr>
              <a:buSzPct val="95652"/>
              <a:buFont typeface="Times New Roman"/>
              <a:buAutoNum type="arabicPeriod" startAt="8"/>
              <a:tabLst>
                <a:tab pos="332105" algn="l"/>
              </a:tabLst>
            </a:pPr>
            <a:r>
              <a:rPr sz="2300" b="1" spc="-10" dirty="0">
                <a:solidFill>
                  <a:srgbClr val="3C78D8"/>
                </a:solidFill>
                <a:latin typeface="Times New Roman"/>
                <a:cs typeface="Times New Roman"/>
              </a:rPr>
              <a:t>Conclusion:</a:t>
            </a:r>
            <a:endParaRPr sz="230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155"/>
              </a:spcBef>
            </a:pPr>
            <a:r>
              <a:rPr sz="1200" i="1" dirty="0">
                <a:latin typeface="Times New Roman"/>
                <a:cs typeface="Times New Roman"/>
              </a:rPr>
              <a:t>(Summarize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project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briefly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describe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final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outcome.)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459" y="689594"/>
            <a:ext cx="1495425" cy="3714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3460" y="670544"/>
            <a:ext cx="1009650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515</Words>
  <Application>Microsoft Office PowerPoint</Application>
  <PresentationFormat>Custom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FRONT-END DEVELOPMENT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1.docx</dc:title>
  <cp:lastModifiedBy>S0805844</cp:lastModifiedBy>
  <cp:revision>2</cp:revision>
  <dcterms:created xsi:type="dcterms:W3CDTF">2026-03-04T05:00:28Z</dcterms:created>
  <dcterms:modified xsi:type="dcterms:W3CDTF">2026-03-05T14:04:38Z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2026-03-04T00:00:00Z</vt:filetime>
  </property>
  <property fmtid="{D5CDD505-2E9C-101B-9397-08002B2CF9AE}" pid="3" name="LastSaved">
    <vt:filetime>2026-03-04T00:00:00Z</vt:filetime>
  </property>
  <property fmtid="{D5CDD505-2E9C-101B-9397-08002B2CF9AE}" pid="4" name="Producer">
    <vt:lpwstr>3-Heights(TM) PDF Security Shell 4.8.25.2 (http://www.pdf-tools.com)</vt:lpwstr>
  </property>
</Properties>
</file>