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7569200" cy="10693400"/>
  <p:notesSz cx="7569200" cy="106934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>
        <p:scale>
          <a:sx n="75" d="100"/>
          <a:sy n="75" d="100"/>
        </p:scale>
        <p:origin x="1608" y="-1314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67690" y="3314954"/>
            <a:ext cx="6433820" cy="224561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300" b="1" i="0">
                <a:solidFill>
                  <a:schemeClr val="tx1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135380" y="5988304"/>
            <a:ext cx="5298440" cy="2673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700" b="1" i="0">
                <a:solidFill>
                  <a:schemeClr val="tx1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3/4/2026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300" b="1" i="0">
                <a:solidFill>
                  <a:schemeClr val="tx1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1700" b="1" i="0">
                <a:solidFill>
                  <a:schemeClr val="tx1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3/4/2026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300" b="1" i="0">
                <a:solidFill>
                  <a:schemeClr val="tx1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378460" y="2459482"/>
            <a:ext cx="3292602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3898138" y="2459482"/>
            <a:ext cx="3292602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3/4/2026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300" b="1" i="0">
                <a:solidFill>
                  <a:schemeClr val="tx1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3/4/2026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3/4/2026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1732568" y="1539579"/>
            <a:ext cx="4104062" cy="37591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300" b="1" i="0">
                <a:solidFill>
                  <a:schemeClr val="tx1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551278" y="2159508"/>
            <a:ext cx="6466642" cy="715962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700" b="1" i="0">
                <a:solidFill>
                  <a:schemeClr val="tx1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2573528" y="9944862"/>
            <a:ext cx="2422144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378460" y="9944862"/>
            <a:ext cx="1740916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3/4/2026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5449824" y="9944862"/>
            <a:ext cx="1740916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2.png"/><Relationship Id="rId4" Type="http://schemas.openxmlformats.org/officeDocument/2006/relationships/image" Target="../media/image1.jp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.jpg"/><Relationship Id="rId5" Type="http://schemas.openxmlformats.org/officeDocument/2006/relationships/hyperlink" Target="mailto:events@abccollege.edu" TargetMode="External"/><Relationship Id="rId4" Type="http://schemas.openxmlformats.org/officeDocument/2006/relationships/hyperlink" Target="mailto:xyz@gmail.com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2.png"/><Relationship Id="rId4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55" dirty="0"/>
              <a:t>FRONT-</a:t>
            </a:r>
            <a:r>
              <a:rPr dirty="0"/>
              <a:t>END</a:t>
            </a:r>
            <a:r>
              <a:rPr spc="-25" dirty="0"/>
              <a:t> </a:t>
            </a:r>
            <a:r>
              <a:rPr spc="-10" dirty="0"/>
              <a:t>DEVELOPMENT</a:t>
            </a:r>
          </a:p>
        </p:txBody>
      </p:sp>
      <p:sp>
        <p:nvSpPr>
          <p:cNvPr id="3" name="object 3"/>
          <p:cNvSpPr/>
          <p:nvPr/>
        </p:nvSpPr>
        <p:spPr>
          <a:xfrm>
            <a:off x="660400" y="5594349"/>
            <a:ext cx="6502400" cy="0"/>
          </a:xfrm>
          <a:custGeom>
            <a:avLst/>
            <a:gdLst/>
            <a:ahLst/>
            <a:cxnLst/>
            <a:rect l="l" t="t" r="r" b="b"/>
            <a:pathLst>
              <a:path w="6502400">
                <a:moveTo>
                  <a:pt x="0" y="0"/>
                </a:moveTo>
                <a:lnTo>
                  <a:pt x="6502403" y="0"/>
                </a:lnTo>
              </a:path>
            </a:pathLst>
          </a:custGeom>
          <a:ln w="12699">
            <a:solidFill>
              <a:srgbClr val="878787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0795" marR="12065" algn="ctr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ASSIGNMENT </a:t>
            </a:r>
            <a:r>
              <a:rPr dirty="0"/>
              <a:t>1</a:t>
            </a:r>
            <a:r>
              <a:rPr spc="-10" dirty="0"/>
              <a:t> TEMPLATE</a:t>
            </a:r>
          </a:p>
          <a:p>
            <a:pPr marL="10795">
              <a:lnSpc>
                <a:spcPct val="100000"/>
              </a:lnSpc>
              <a:spcBef>
                <a:spcPts val="585"/>
              </a:spcBef>
            </a:pPr>
            <a:endParaRPr spc="-10" dirty="0"/>
          </a:p>
          <a:p>
            <a:pPr marL="360045">
              <a:lnSpc>
                <a:spcPct val="100000"/>
              </a:lnSpc>
            </a:pPr>
            <a:r>
              <a:rPr sz="1200" dirty="0"/>
              <a:t>STUDENT </a:t>
            </a:r>
            <a:r>
              <a:rPr sz="1200" spc="-10" dirty="0"/>
              <a:t>NAME:</a:t>
            </a:r>
            <a:endParaRPr sz="1200"/>
          </a:p>
          <a:p>
            <a:pPr marL="360045">
              <a:lnSpc>
                <a:spcPct val="100000"/>
              </a:lnSpc>
              <a:spcBef>
                <a:spcPts val="630"/>
              </a:spcBef>
            </a:pPr>
            <a:r>
              <a:rPr sz="1200" spc="-10" dirty="0"/>
              <a:t>YEAR:</a:t>
            </a:r>
            <a:endParaRPr sz="1200"/>
          </a:p>
          <a:p>
            <a:pPr marL="360045">
              <a:lnSpc>
                <a:spcPct val="100000"/>
              </a:lnSpc>
              <a:spcBef>
                <a:spcPts val="640"/>
              </a:spcBef>
            </a:pPr>
            <a:r>
              <a:rPr sz="1200" dirty="0"/>
              <a:t>COLLEGE</a:t>
            </a:r>
            <a:r>
              <a:rPr sz="1200" spc="-60" dirty="0"/>
              <a:t> </a:t>
            </a:r>
            <a:r>
              <a:rPr sz="1200" spc="-10" dirty="0"/>
              <a:t>CODE:</a:t>
            </a:r>
            <a:endParaRPr sz="1200"/>
          </a:p>
          <a:p>
            <a:pPr marL="360045">
              <a:lnSpc>
                <a:spcPct val="100000"/>
              </a:lnSpc>
              <a:spcBef>
                <a:spcPts val="640"/>
              </a:spcBef>
            </a:pPr>
            <a:r>
              <a:rPr sz="1200" dirty="0"/>
              <a:t>COLLEGE</a:t>
            </a:r>
            <a:r>
              <a:rPr sz="1200" spc="-60" dirty="0"/>
              <a:t> </a:t>
            </a:r>
            <a:r>
              <a:rPr sz="1200" spc="-10" dirty="0"/>
              <a:t>NAME:</a:t>
            </a:r>
            <a:endParaRPr sz="1200"/>
          </a:p>
          <a:p>
            <a:pPr marL="360045">
              <a:lnSpc>
                <a:spcPct val="100000"/>
              </a:lnSpc>
              <a:spcBef>
                <a:spcPts val="640"/>
              </a:spcBef>
            </a:pPr>
            <a:r>
              <a:rPr sz="1200" spc="-10" dirty="0"/>
              <a:t>DEPARTMENT:</a:t>
            </a:r>
            <a:endParaRPr sz="1200"/>
          </a:p>
          <a:p>
            <a:pPr marL="360045">
              <a:lnSpc>
                <a:spcPct val="100000"/>
              </a:lnSpc>
              <a:spcBef>
                <a:spcPts val="930"/>
              </a:spcBef>
            </a:pPr>
            <a:r>
              <a:rPr sz="1200" spc="-10" dirty="0"/>
              <a:t>SEMESTER:</a:t>
            </a:r>
            <a:endParaRPr sz="1200"/>
          </a:p>
          <a:p>
            <a:pPr marL="360045">
              <a:lnSpc>
                <a:spcPct val="100000"/>
              </a:lnSpc>
              <a:spcBef>
                <a:spcPts val="930"/>
              </a:spcBef>
            </a:pPr>
            <a:r>
              <a:rPr sz="1200" dirty="0"/>
              <a:t>ROLL </a:t>
            </a:r>
            <a:r>
              <a:rPr sz="1200" spc="-25" dirty="0"/>
              <a:t>NO:</a:t>
            </a:r>
            <a:endParaRPr sz="1200"/>
          </a:p>
          <a:p>
            <a:pPr marL="360045">
              <a:lnSpc>
                <a:spcPct val="100000"/>
              </a:lnSpc>
              <a:spcBef>
                <a:spcPts val="630"/>
              </a:spcBef>
            </a:pPr>
            <a:r>
              <a:rPr sz="1200" spc="-10" dirty="0"/>
              <a:t>NMID:</a:t>
            </a:r>
            <a:endParaRPr sz="1200"/>
          </a:p>
          <a:p>
            <a:pPr marL="360045">
              <a:lnSpc>
                <a:spcPct val="100000"/>
              </a:lnSpc>
              <a:spcBef>
                <a:spcPts val="630"/>
              </a:spcBef>
            </a:pPr>
            <a:r>
              <a:rPr sz="1200" spc="-10" dirty="0"/>
              <a:t>DATE:</a:t>
            </a:r>
            <a:endParaRPr sz="1200"/>
          </a:p>
          <a:p>
            <a:pPr marL="360045">
              <a:lnSpc>
                <a:spcPct val="100000"/>
              </a:lnSpc>
              <a:spcBef>
                <a:spcPts val="630"/>
              </a:spcBef>
            </a:pPr>
            <a:r>
              <a:rPr sz="1200" dirty="0"/>
              <a:t>PROJECT </a:t>
            </a:r>
            <a:r>
              <a:rPr sz="1200" spc="-10" dirty="0"/>
              <a:t>TITLE:</a:t>
            </a:r>
            <a:endParaRPr sz="1200"/>
          </a:p>
          <a:p>
            <a:pPr marL="10795">
              <a:lnSpc>
                <a:spcPct val="100000"/>
              </a:lnSpc>
            </a:pPr>
            <a:endParaRPr sz="1200"/>
          </a:p>
          <a:p>
            <a:pPr marL="10795">
              <a:lnSpc>
                <a:spcPct val="100000"/>
              </a:lnSpc>
              <a:spcBef>
                <a:spcPts val="440"/>
              </a:spcBef>
            </a:pPr>
            <a:endParaRPr sz="1200"/>
          </a:p>
          <a:p>
            <a:pPr marL="244475" indent="-222250">
              <a:lnSpc>
                <a:spcPct val="100000"/>
              </a:lnSpc>
              <a:buSzPct val="95652"/>
              <a:buAutoNum type="arabicPeriod"/>
              <a:tabLst>
                <a:tab pos="245110" algn="l"/>
              </a:tabLst>
            </a:pPr>
            <a:r>
              <a:rPr sz="2300" dirty="0">
                <a:solidFill>
                  <a:srgbClr val="6D9DEB"/>
                </a:solidFill>
              </a:rPr>
              <a:t>Assignment</a:t>
            </a:r>
            <a:r>
              <a:rPr sz="2300" spc="-55" dirty="0">
                <a:solidFill>
                  <a:srgbClr val="6D9DEB"/>
                </a:solidFill>
              </a:rPr>
              <a:t> </a:t>
            </a:r>
            <a:r>
              <a:rPr sz="2300" dirty="0">
                <a:solidFill>
                  <a:srgbClr val="6D9DEB"/>
                </a:solidFill>
              </a:rPr>
              <a:t>and</a:t>
            </a:r>
            <a:r>
              <a:rPr sz="2300" spc="-55" dirty="0">
                <a:solidFill>
                  <a:srgbClr val="6D9DEB"/>
                </a:solidFill>
              </a:rPr>
              <a:t> </a:t>
            </a:r>
            <a:r>
              <a:rPr sz="2300" spc="-10" dirty="0">
                <a:solidFill>
                  <a:srgbClr val="6D9DEB"/>
                </a:solidFill>
              </a:rPr>
              <a:t>Assumptions:</a:t>
            </a:r>
            <a:endParaRPr sz="2300"/>
          </a:p>
          <a:p>
            <a:pPr marL="115570">
              <a:lnSpc>
                <a:spcPct val="100000"/>
              </a:lnSpc>
              <a:spcBef>
                <a:spcPts val="1275"/>
              </a:spcBef>
            </a:pPr>
            <a:r>
              <a:rPr sz="1300" b="0" i="1" dirty="0">
                <a:latin typeface="Times New Roman"/>
                <a:cs typeface="Times New Roman"/>
              </a:rPr>
              <a:t>(This</a:t>
            </a:r>
            <a:r>
              <a:rPr sz="1300" b="0" i="1" spc="-25" dirty="0">
                <a:latin typeface="Times New Roman"/>
                <a:cs typeface="Times New Roman"/>
              </a:rPr>
              <a:t> </a:t>
            </a:r>
            <a:r>
              <a:rPr sz="1300" b="0" i="1" dirty="0">
                <a:latin typeface="Times New Roman"/>
                <a:cs typeface="Times New Roman"/>
              </a:rPr>
              <a:t>section</a:t>
            </a:r>
            <a:r>
              <a:rPr sz="1300" b="0" i="1" spc="-25" dirty="0">
                <a:latin typeface="Times New Roman"/>
                <a:cs typeface="Times New Roman"/>
              </a:rPr>
              <a:t> </a:t>
            </a:r>
            <a:r>
              <a:rPr sz="1300" b="0" i="1" dirty="0">
                <a:latin typeface="Times New Roman"/>
                <a:cs typeface="Times New Roman"/>
              </a:rPr>
              <a:t>gives</a:t>
            </a:r>
            <a:r>
              <a:rPr sz="1300" b="0" i="1" spc="-25" dirty="0">
                <a:latin typeface="Times New Roman"/>
                <a:cs typeface="Times New Roman"/>
              </a:rPr>
              <a:t> </a:t>
            </a:r>
            <a:r>
              <a:rPr sz="1300" b="0" i="1" dirty="0">
                <a:latin typeface="Times New Roman"/>
                <a:cs typeface="Times New Roman"/>
              </a:rPr>
              <a:t>an</a:t>
            </a:r>
            <a:r>
              <a:rPr sz="1300" b="0" i="1" spc="-25" dirty="0">
                <a:latin typeface="Times New Roman"/>
                <a:cs typeface="Times New Roman"/>
              </a:rPr>
              <a:t> </a:t>
            </a:r>
            <a:r>
              <a:rPr sz="1300" b="0" i="1" dirty="0">
                <a:latin typeface="Times New Roman"/>
                <a:cs typeface="Times New Roman"/>
              </a:rPr>
              <a:t>overview</a:t>
            </a:r>
            <a:r>
              <a:rPr sz="1300" b="0" i="1" spc="-25" dirty="0">
                <a:latin typeface="Times New Roman"/>
                <a:cs typeface="Times New Roman"/>
              </a:rPr>
              <a:t> </a:t>
            </a:r>
            <a:r>
              <a:rPr sz="1300" b="0" i="1" dirty="0">
                <a:latin typeface="Times New Roman"/>
                <a:cs typeface="Times New Roman"/>
              </a:rPr>
              <a:t>of</a:t>
            </a:r>
            <a:r>
              <a:rPr sz="1300" b="0" i="1" spc="-25" dirty="0">
                <a:latin typeface="Times New Roman"/>
                <a:cs typeface="Times New Roman"/>
              </a:rPr>
              <a:t> </a:t>
            </a:r>
            <a:r>
              <a:rPr sz="1300" b="0" i="1" dirty="0">
                <a:latin typeface="Times New Roman"/>
                <a:cs typeface="Times New Roman"/>
              </a:rPr>
              <a:t>the</a:t>
            </a:r>
            <a:r>
              <a:rPr sz="1300" b="0" i="1" spc="-25" dirty="0">
                <a:latin typeface="Times New Roman"/>
                <a:cs typeface="Times New Roman"/>
              </a:rPr>
              <a:t> </a:t>
            </a:r>
            <a:r>
              <a:rPr sz="1300" b="0" i="1" dirty="0">
                <a:latin typeface="Times New Roman"/>
                <a:cs typeface="Times New Roman"/>
              </a:rPr>
              <a:t>assignment</a:t>
            </a:r>
            <a:r>
              <a:rPr sz="1300" b="0" i="1" spc="-25" dirty="0">
                <a:latin typeface="Times New Roman"/>
                <a:cs typeface="Times New Roman"/>
              </a:rPr>
              <a:t> </a:t>
            </a:r>
            <a:r>
              <a:rPr sz="1300" b="0" i="1" dirty="0">
                <a:latin typeface="Times New Roman"/>
                <a:cs typeface="Times New Roman"/>
              </a:rPr>
              <a:t>and</a:t>
            </a:r>
            <a:r>
              <a:rPr sz="1300" b="0" i="1" spc="-25" dirty="0">
                <a:latin typeface="Times New Roman"/>
                <a:cs typeface="Times New Roman"/>
              </a:rPr>
              <a:t> </a:t>
            </a:r>
            <a:r>
              <a:rPr sz="1300" b="0" i="1" dirty="0">
                <a:latin typeface="Times New Roman"/>
                <a:cs typeface="Times New Roman"/>
              </a:rPr>
              <a:t>explains</a:t>
            </a:r>
            <a:r>
              <a:rPr sz="1300" b="0" i="1" spc="-25" dirty="0">
                <a:latin typeface="Times New Roman"/>
                <a:cs typeface="Times New Roman"/>
              </a:rPr>
              <a:t> </a:t>
            </a:r>
            <a:r>
              <a:rPr sz="1300" b="0" i="1" dirty="0">
                <a:latin typeface="Times New Roman"/>
                <a:cs typeface="Times New Roman"/>
              </a:rPr>
              <a:t>what</a:t>
            </a:r>
            <a:r>
              <a:rPr sz="1300" b="0" i="1" spc="-25" dirty="0">
                <a:latin typeface="Times New Roman"/>
                <a:cs typeface="Times New Roman"/>
              </a:rPr>
              <a:t> </a:t>
            </a:r>
            <a:r>
              <a:rPr sz="1300" b="0" i="1" dirty="0">
                <a:latin typeface="Times New Roman"/>
                <a:cs typeface="Times New Roman"/>
              </a:rPr>
              <a:t>the</a:t>
            </a:r>
            <a:r>
              <a:rPr sz="1300" b="0" i="1" spc="-25" dirty="0">
                <a:latin typeface="Times New Roman"/>
                <a:cs typeface="Times New Roman"/>
              </a:rPr>
              <a:t> </a:t>
            </a:r>
            <a:r>
              <a:rPr sz="1300" b="0" i="1" spc="-10" dirty="0">
                <a:latin typeface="Times New Roman"/>
                <a:cs typeface="Times New Roman"/>
              </a:rPr>
              <a:t>project</a:t>
            </a:r>
            <a:r>
              <a:rPr sz="1300" b="0" i="1" spc="-25" dirty="0">
                <a:latin typeface="Times New Roman"/>
                <a:cs typeface="Times New Roman"/>
              </a:rPr>
              <a:t> </a:t>
            </a:r>
            <a:r>
              <a:rPr sz="1300" b="0" i="1" dirty="0">
                <a:latin typeface="Times New Roman"/>
                <a:cs typeface="Times New Roman"/>
              </a:rPr>
              <a:t>is</a:t>
            </a:r>
            <a:r>
              <a:rPr sz="1300" b="0" i="1" spc="-25" dirty="0">
                <a:latin typeface="Times New Roman"/>
                <a:cs typeface="Times New Roman"/>
              </a:rPr>
              <a:t> </a:t>
            </a:r>
            <a:r>
              <a:rPr sz="1300" b="0" i="1" spc="-10" dirty="0">
                <a:latin typeface="Times New Roman"/>
                <a:cs typeface="Times New Roman"/>
              </a:rPr>
              <a:t>about.).</a:t>
            </a:r>
            <a:endParaRPr sz="1300">
              <a:latin typeface="Times New Roman"/>
              <a:cs typeface="Times New Roman"/>
            </a:endParaRPr>
          </a:p>
          <a:p>
            <a:pPr marL="344805" lvl="1" indent="-321310">
              <a:lnSpc>
                <a:spcPct val="100000"/>
              </a:lnSpc>
              <a:spcBef>
                <a:spcPts val="655"/>
              </a:spcBef>
              <a:buSzPct val="94117"/>
              <a:buAutoNum type="arabicPeriod"/>
              <a:tabLst>
                <a:tab pos="345440" algn="l"/>
              </a:tabLst>
            </a:pPr>
            <a:r>
              <a:rPr sz="1700" b="1" spc="-10" dirty="0">
                <a:latin typeface="Times New Roman"/>
                <a:cs typeface="Times New Roman"/>
              </a:rPr>
              <a:t>Assignment:</a:t>
            </a:r>
            <a:endParaRPr sz="1700">
              <a:latin typeface="Times New Roman"/>
              <a:cs typeface="Times New Roman"/>
            </a:endParaRPr>
          </a:p>
          <a:p>
            <a:pPr marL="74295" marR="5080" indent="-38100">
              <a:lnSpc>
                <a:spcPct val="179200"/>
              </a:lnSpc>
              <a:spcBef>
                <a:spcPts val="985"/>
              </a:spcBef>
            </a:pPr>
            <a:r>
              <a:rPr sz="1200" b="0" dirty="0">
                <a:latin typeface="Times New Roman"/>
                <a:cs typeface="Times New Roman"/>
              </a:rPr>
              <a:t>(</a:t>
            </a:r>
            <a:r>
              <a:rPr sz="1200" b="0" i="1" dirty="0">
                <a:latin typeface="Times New Roman"/>
                <a:cs typeface="Times New Roman"/>
              </a:rPr>
              <a:t>In</a:t>
            </a:r>
            <a:r>
              <a:rPr sz="1200" b="0" i="1" spc="-25" dirty="0">
                <a:latin typeface="Times New Roman"/>
                <a:cs typeface="Times New Roman"/>
              </a:rPr>
              <a:t> </a:t>
            </a:r>
            <a:r>
              <a:rPr sz="1200" b="0" i="1" dirty="0">
                <a:latin typeface="Times New Roman"/>
                <a:cs typeface="Times New Roman"/>
              </a:rPr>
              <a:t>this</a:t>
            </a:r>
            <a:r>
              <a:rPr sz="1200" b="0" i="1" spc="-25" dirty="0">
                <a:latin typeface="Times New Roman"/>
                <a:cs typeface="Times New Roman"/>
              </a:rPr>
              <a:t> </a:t>
            </a:r>
            <a:r>
              <a:rPr sz="1200" b="0" i="1" dirty="0">
                <a:latin typeface="Times New Roman"/>
                <a:cs typeface="Times New Roman"/>
              </a:rPr>
              <a:t>section,</a:t>
            </a:r>
            <a:r>
              <a:rPr sz="1200" b="0" i="1" spc="-20" dirty="0">
                <a:latin typeface="Times New Roman"/>
                <a:cs typeface="Times New Roman"/>
              </a:rPr>
              <a:t> </a:t>
            </a:r>
            <a:r>
              <a:rPr sz="1200" b="0" i="1" dirty="0">
                <a:latin typeface="Times New Roman"/>
                <a:cs typeface="Times New Roman"/>
              </a:rPr>
              <a:t>briefly</a:t>
            </a:r>
            <a:r>
              <a:rPr sz="1200" b="0" i="1" spc="-25" dirty="0">
                <a:latin typeface="Times New Roman"/>
                <a:cs typeface="Times New Roman"/>
              </a:rPr>
              <a:t> </a:t>
            </a:r>
            <a:r>
              <a:rPr sz="1200" b="0" i="1" dirty="0">
                <a:latin typeface="Times New Roman"/>
                <a:cs typeface="Times New Roman"/>
              </a:rPr>
              <a:t>describe</a:t>
            </a:r>
            <a:r>
              <a:rPr sz="1200" b="0" i="1" spc="-20" dirty="0">
                <a:latin typeface="Times New Roman"/>
                <a:cs typeface="Times New Roman"/>
              </a:rPr>
              <a:t> </a:t>
            </a:r>
            <a:r>
              <a:rPr sz="1200" b="0" i="1" dirty="0">
                <a:latin typeface="Times New Roman"/>
                <a:cs typeface="Times New Roman"/>
              </a:rPr>
              <a:t>the</a:t>
            </a:r>
            <a:r>
              <a:rPr sz="1200" b="0" i="1" spc="-25" dirty="0">
                <a:latin typeface="Times New Roman"/>
                <a:cs typeface="Times New Roman"/>
              </a:rPr>
              <a:t> </a:t>
            </a:r>
            <a:r>
              <a:rPr sz="1200" b="0" i="1" dirty="0">
                <a:latin typeface="Times New Roman"/>
                <a:cs typeface="Times New Roman"/>
              </a:rPr>
              <a:t>application</a:t>
            </a:r>
            <a:r>
              <a:rPr sz="1200" b="0" i="1" spc="-25" dirty="0">
                <a:latin typeface="Times New Roman"/>
                <a:cs typeface="Times New Roman"/>
              </a:rPr>
              <a:t> </a:t>
            </a:r>
            <a:r>
              <a:rPr sz="1200" b="0" i="1" dirty="0">
                <a:latin typeface="Times New Roman"/>
                <a:cs typeface="Times New Roman"/>
              </a:rPr>
              <a:t>you</a:t>
            </a:r>
            <a:r>
              <a:rPr sz="1200" b="0" i="1" spc="-20" dirty="0">
                <a:latin typeface="Times New Roman"/>
                <a:cs typeface="Times New Roman"/>
              </a:rPr>
              <a:t> </a:t>
            </a:r>
            <a:r>
              <a:rPr sz="1200" b="0" i="1" dirty="0">
                <a:latin typeface="Times New Roman"/>
                <a:cs typeface="Times New Roman"/>
              </a:rPr>
              <a:t>are</a:t>
            </a:r>
            <a:r>
              <a:rPr sz="1200" b="0" i="1" spc="-25" dirty="0">
                <a:latin typeface="Times New Roman"/>
                <a:cs typeface="Times New Roman"/>
              </a:rPr>
              <a:t> </a:t>
            </a:r>
            <a:r>
              <a:rPr sz="1200" b="0" i="1" dirty="0">
                <a:latin typeface="Times New Roman"/>
                <a:cs typeface="Times New Roman"/>
              </a:rPr>
              <a:t>developing</a:t>
            </a:r>
            <a:r>
              <a:rPr sz="1200" b="0" i="1" spc="-20" dirty="0">
                <a:latin typeface="Times New Roman"/>
                <a:cs typeface="Times New Roman"/>
              </a:rPr>
              <a:t> </a:t>
            </a:r>
            <a:r>
              <a:rPr sz="1200" b="0" i="1" dirty="0">
                <a:latin typeface="Times New Roman"/>
                <a:cs typeface="Times New Roman"/>
              </a:rPr>
              <a:t>and</a:t>
            </a:r>
            <a:r>
              <a:rPr sz="1200" b="0" i="1" spc="-25" dirty="0">
                <a:latin typeface="Times New Roman"/>
                <a:cs typeface="Times New Roman"/>
              </a:rPr>
              <a:t> </a:t>
            </a:r>
            <a:r>
              <a:rPr sz="1200" b="0" i="1" dirty="0">
                <a:latin typeface="Times New Roman"/>
                <a:cs typeface="Times New Roman"/>
              </a:rPr>
              <a:t>the</a:t>
            </a:r>
            <a:r>
              <a:rPr sz="1200" b="0" i="1" spc="-20" dirty="0">
                <a:latin typeface="Times New Roman"/>
                <a:cs typeface="Times New Roman"/>
              </a:rPr>
              <a:t> </a:t>
            </a:r>
            <a:r>
              <a:rPr sz="1200" b="0" i="1" dirty="0">
                <a:latin typeface="Times New Roman"/>
                <a:cs typeface="Times New Roman"/>
              </a:rPr>
              <a:t>main</a:t>
            </a:r>
            <a:r>
              <a:rPr sz="1200" b="0" i="1" spc="-25" dirty="0">
                <a:latin typeface="Times New Roman"/>
                <a:cs typeface="Times New Roman"/>
              </a:rPr>
              <a:t> </a:t>
            </a:r>
            <a:r>
              <a:rPr sz="1200" b="0" i="1" dirty="0">
                <a:latin typeface="Times New Roman"/>
                <a:cs typeface="Times New Roman"/>
              </a:rPr>
              <a:t>tasks</a:t>
            </a:r>
            <a:r>
              <a:rPr sz="1200" b="0" i="1" spc="-25" dirty="0">
                <a:latin typeface="Times New Roman"/>
                <a:cs typeface="Times New Roman"/>
              </a:rPr>
              <a:t> </a:t>
            </a:r>
            <a:r>
              <a:rPr sz="1200" b="0" i="1" dirty="0">
                <a:latin typeface="Times New Roman"/>
                <a:cs typeface="Times New Roman"/>
              </a:rPr>
              <a:t>to</a:t>
            </a:r>
            <a:r>
              <a:rPr sz="1200" b="0" i="1" spc="-20" dirty="0">
                <a:latin typeface="Times New Roman"/>
                <a:cs typeface="Times New Roman"/>
              </a:rPr>
              <a:t> </a:t>
            </a:r>
            <a:r>
              <a:rPr sz="1200" b="0" i="1" dirty="0">
                <a:latin typeface="Times New Roman"/>
                <a:cs typeface="Times New Roman"/>
              </a:rPr>
              <a:t>be</a:t>
            </a:r>
            <a:r>
              <a:rPr sz="1200" b="0" i="1" spc="-25" dirty="0">
                <a:latin typeface="Times New Roman"/>
                <a:cs typeface="Times New Roman"/>
              </a:rPr>
              <a:t> </a:t>
            </a:r>
            <a:r>
              <a:rPr sz="1200" b="0" i="1" spc="-10" dirty="0">
                <a:latin typeface="Times New Roman"/>
                <a:cs typeface="Times New Roman"/>
              </a:rPr>
              <a:t>completed.</a:t>
            </a:r>
            <a:r>
              <a:rPr sz="1200" b="0" spc="-10" dirty="0">
                <a:latin typeface="Times New Roman"/>
                <a:cs typeface="Times New Roman"/>
              </a:rPr>
              <a:t>) </a:t>
            </a:r>
            <a:r>
              <a:rPr sz="1200" b="0" dirty="0">
                <a:latin typeface="Times New Roman"/>
                <a:cs typeface="Times New Roman"/>
              </a:rPr>
              <a:t>The</a:t>
            </a:r>
            <a:r>
              <a:rPr sz="1200" b="0" spc="-30" dirty="0">
                <a:latin typeface="Times New Roman"/>
                <a:cs typeface="Times New Roman"/>
              </a:rPr>
              <a:t> </a:t>
            </a:r>
            <a:r>
              <a:rPr sz="1200" b="0" dirty="0">
                <a:latin typeface="Times New Roman"/>
                <a:cs typeface="Times New Roman"/>
              </a:rPr>
              <a:t>proposed</a:t>
            </a:r>
            <a:r>
              <a:rPr sz="1200" b="0" spc="-25" dirty="0">
                <a:latin typeface="Times New Roman"/>
                <a:cs typeface="Times New Roman"/>
              </a:rPr>
              <a:t> </a:t>
            </a:r>
            <a:r>
              <a:rPr sz="1200" b="0" dirty="0">
                <a:latin typeface="Times New Roman"/>
                <a:cs typeface="Times New Roman"/>
              </a:rPr>
              <a:t>assignment</a:t>
            </a:r>
            <a:r>
              <a:rPr sz="1200" b="0" spc="-25" dirty="0">
                <a:latin typeface="Times New Roman"/>
                <a:cs typeface="Times New Roman"/>
              </a:rPr>
              <a:t> </a:t>
            </a:r>
            <a:r>
              <a:rPr sz="1200" b="0" dirty="0">
                <a:latin typeface="Times New Roman"/>
                <a:cs typeface="Times New Roman"/>
              </a:rPr>
              <a:t>is</a:t>
            </a:r>
            <a:r>
              <a:rPr sz="1200" b="0" spc="-30" dirty="0">
                <a:latin typeface="Times New Roman"/>
                <a:cs typeface="Times New Roman"/>
              </a:rPr>
              <a:t> </a:t>
            </a:r>
            <a:r>
              <a:rPr sz="1200" b="0" dirty="0">
                <a:latin typeface="Times New Roman"/>
                <a:cs typeface="Times New Roman"/>
              </a:rPr>
              <a:t>to</a:t>
            </a:r>
            <a:r>
              <a:rPr sz="1200" b="0" spc="-25" dirty="0">
                <a:latin typeface="Times New Roman"/>
                <a:cs typeface="Times New Roman"/>
              </a:rPr>
              <a:t> </a:t>
            </a:r>
            <a:r>
              <a:rPr sz="1200" b="0" dirty="0">
                <a:latin typeface="Times New Roman"/>
                <a:cs typeface="Times New Roman"/>
              </a:rPr>
              <a:t>design</a:t>
            </a:r>
            <a:r>
              <a:rPr sz="1200" b="0" spc="-25" dirty="0">
                <a:latin typeface="Times New Roman"/>
                <a:cs typeface="Times New Roman"/>
              </a:rPr>
              <a:t> </a:t>
            </a:r>
            <a:r>
              <a:rPr sz="1200" b="0" dirty="0">
                <a:latin typeface="Times New Roman"/>
                <a:cs typeface="Times New Roman"/>
              </a:rPr>
              <a:t>and</a:t>
            </a:r>
            <a:r>
              <a:rPr sz="1200" b="0" spc="-30" dirty="0">
                <a:latin typeface="Times New Roman"/>
                <a:cs typeface="Times New Roman"/>
              </a:rPr>
              <a:t> </a:t>
            </a:r>
            <a:r>
              <a:rPr sz="1200" b="0" dirty="0">
                <a:latin typeface="Times New Roman"/>
                <a:cs typeface="Times New Roman"/>
              </a:rPr>
              <a:t>develop</a:t>
            </a:r>
            <a:r>
              <a:rPr sz="1200" b="0" spc="-25" dirty="0">
                <a:latin typeface="Times New Roman"/>
                <a:cs typeface="Times New Roman"/>
              </a:rPr>
              <a:t> </a:t>
            </a:r>
            <a:r>
              <a:rPr sz="1200" b="0" dirty="0">
                <a:latin typeface="Times New Roman"/>
                <a:cs typeface="Times New Roman"/>
              </a:rPr>
              <a:t>a</a:t>
            </a:r>
            <a:r>
              <a:rPr sz="1200" b="0" spc="-25" dirty="0">
                <a:latin typeface="Times New Roman"/>
                <a:cs typeface="Times New Roman"/>
              </a:rPr>
              <a:t> </a:t>
            </a:r>
            <a:r>
              <a:rPr sz="1200" b="0" dirty="0">
                <a:latin typeface="Times New Roman"/>
                <a:cs typeface="Times New Roman"/>
              </a:rPr>
              <a:t>Simple</a:t>
            </a:r>
            <a:r>
              <a:rPr sz="1200" b="0" spc="-30" dirty="0">
                <a:latin typeface="Times New Roman"/>
                <a:cs typeface="Times New Roman"/>
              </a:rPr>
              <a:t> </a:t>
            </a:r>
            <a:r>
              <a:rPr sz="1200" b="0" dirty="0">
                <a:latin typeface="Times New Roman"/>
                <a:cs typeface="Times New Roman"/>
              </a:rPr>
              <a:t>Event</a:t>
            </a:r>
            <a:r>
              <a:rPr sz="1200" b="0" spc="-25" dirty="0">
                <a:latin typeface="Times New Roman"/>
                <a:cs typeface="Times New Roman"/>
              </a:rPr>
              <a:t> </a:t>
            </a:r>
            <a:r>
              <a:rPr sz="1200" b="0" dirty="0">
                <a:latin typeface="Times New Roman"/>
                <a:cs typeface="Times New Roman"/>
              </a:rPr>
              <a:t>Registration</a:t>
            </a:r>
            <a:r>
              <a:rPr sz="1200" b="0" spc="-25" dirty="0">
                <a:latin typeface="Times New Roman"/>
                <a:cs typeface="Times New Roman"/>
              </a:rPr>
              <a:t> </a:t>
            </a:r>
            <a:r>
              <a:rPr sz="1200" b="0" dirty="0">
                <a:latin typeface="Times New Roman"/>
                <a:cs typeface="Times New Roman"/>
              </a:rPr>
              <a:t>Page</a:t>
            </a:r>
            <a:r>
              <a:rPr sz="1200" b="0" spc="-30" dirty="0">
                <a:latin typeface="Times New Roman"/>
                <a:cs typeface="Times New Roman"/>
              </a:rPr>
              <a:t> </a:t>
            </a:r>
            <a:r>
              <a:rPr sz="1200" b="0" dirty="0">
                <a:latin typeface="Times New Roman"/>
                <a:cs typeface="Times New Roman"/>
              </a:rPr>
              <a:t>using</a:t>
            </a:r>
            <a:r>
              <a:rPr sz="1200" b="0" spc="-25" dirty="0">
                <a:latin typeface="Times New Roman"/>
                <a:cs typeface="Times New Roman"/>
              </a:rPr>
              <a:t> </a:t>
            </a:r>
            <a:r>
              <a:rPr sz="1200" b="0" dirty="0">
                <a:latin typeface="Times New Roman"/>
                <a:cs typeface="Times New Roman"/>
              </a:rPr>
              <a:t>HTML,</a:t>
            </a:r>
            <a:r>
              <a:rPr sz="1200" b="0" spc="-25" dirty="0">
                <a:latin typeface="Times New Roman"/>
                <a:cs typeface="Times New Roman"/>
              </a:rPr>
              <a:t> </a:t>
            </a:r>
            <a:r>
              <a:rPr sz="1200" b="0" spc="-20" dirty="0">
                <a:latin typeface="Times New Roman"/>
                <a:cs typeface="Times New Roman"/>
              </a:rPr>
              <a:t>CSS, </a:t>
            </a:r>
            <a:r>
              <a:rPr sz="1200" b="0" dirty="0">
                <a:latin typeface="Times New Roman"/>
                <a:cs typeface="Times New Roman"/>
              </a:rPr>
              <a:t>and</a:t>
            </a:r>
            <a:r>
              <a:rPr sz="1200" b="0" spc="-20" dirty="0">
                <a:latin typeface="Times New Roman"/>
                <a:cs typeface="Times New Roman"/>
              </a:rPr>
              <a:t> </a:t>
            </a:r>
            <a:r>
              <a:rPr sz="1200" b="0" spc="-10" dirty="0">
                <a:latin typeface="Times New Roman"/>
                <a:cs typeface="Times New Roman"/>
              </a:rPr>
              <a:t>JavaScript.</a:t>
            </a:r>
            <a:endParaRPr sz="1200">
              <a:latin typeface="Times New Roman"/>
              <a:cs typeface="Times New Roman"/>
            </a:endParaRPr>
          </a:p>
          <a:p>
            <a:pPr marL="74295">
              <a:lnSpc>
                <a:spcPct val="100000"/>
              </a:lnSpc>
              <a:spcBef>
                <a:spcPts val="1140"/>
              </a:spcBef>
            </a:pPr>
            <a:r>
              <a:rPr sz="1200" b="0" dirty="0">
                <a:latin typeface="Times New Roman"/>
                <a:cs typeface="Times New Roman"/>
              </a:rPr>
              <a:t>The</a:t>
            </a:r>
            <a:r>
              <a:rPr sz="1200" b="0" spc="-15" dirty="0">
                <a:latin typeface="Times New Roman"/>
                <a:cs typeface="Times New Roman"/>
              </a:rPr>
              <a:t> </a:t>
            </a:r>
            <a:r>
              <a:rPr sz="1200" b="0" dirty="0">
                <a:latin typeface="Times New Roman"/>
                <a:cs typeface="Times New Roman"/>
              </a:rPr>
              <a:t>web</a:t>
            </a:r>
            <a:r>
              <a:rPr sz="1200" b="0" spc="-15" dirty="0">
                <a:latin typeface="Times New Roman"/>
                <a:cs typeface="Times New Roman"/>
              </a:rPr>
              <a:t> </a:t>
            </a:r>
            <a:r>
              <a:rPr sz="1200" b="0" dirty="0">
                <a:latin typeface="Times New Roman"/>
                <a:cs typeface="Times New Roman"/>
              </a:rPr>
              <a:t>page</a:t>
            </a:r>
            <a:r>
              <a:rPr sz="1200" b="0" spc="-15" dirty="0">
                <a:latin typeface="Times New Roman"/>
                <a:cs typeface="Times New Roman"/>
              </a:rPr>
              <a:t> </a:t>
            </a:r>
            <a:r>
              <a:rPr sz="1200" b="0" dirty="0">
                <a:latin typeface="Times New Roman"/>
                <a:cs typeface="Times New Roman"/>
              </a:rPr>
              <a:t>should</a:t>
            </a:r>
            <a:r>
              <a:rPr sz="1200" b="0" spc="-15" dirty="0">
                <a:latin typeface="Times New Roman"/>
                <a:cs typeface="Times New Roman"/>
              </a:rPr>
              <a:t> </a:t>
            </a:r>
            <a:r>
              <a:rPr sz="1200" b="0" dirty="0">
                <a:latin typeface="Times New Roman"/>
                <a:cs typeface="Times New Roman"/>
              </a:rPr>
              <a:t>allow</a:t>
            </a:r>
            <a:r>
              <a:rPr sz="1200" b="0" spc="-15" dirty="0">
                <a:latin typeface="Times New Roman"/>
                <a:cs typeface="Times New Roman"/>
              </a:rPr>
              <a:t> </a:t>
            </a:r>
            <a:r>
              <a:rPr sz="1200" b="0" dirty="0">
                <a:latin typeface="Times New Roman"/>
                <a:cs typeface="Times New Roman"/>
              </a:rPr>
              <a:t>users</a:t>
            </a:r>
            <a:r>
              <a:rPr sz="1200" b="0" spc="-15" dirty="0">
                <a:latin typeface="Times New Roman"/>
                <a:cs typeface="Times New Roman"/>
              </a:rPr>
              <a:t> </a:t>
            </a:r>
            <a:r>
              <a:rPr sz="1200" b="0" spc="-25" dirty="0">
                <a:latin typeface="Times New Roman"/>
                <a:cs typeface="Times New Roman"/>
              </a:rPr>
              <a:t>to:</a:t>
            </a:r>
            <a:endParaRPr sz="1200">
              <a:latin typeface="Times New Roman"/>
              <a:cs typeface="Times New Roman"/>
            </a:endParaRPr>
          </a:p>
          <a:p>
            <a:pPr marL="241935" lvl="2" indent="-91440">
              <a:lnSpc>
                <a:spcPts val="1410"/>
              </a:lnSpc>
              <a:spcBef>
                <a:spcPts val="1140"/>
              </a:spcBef>
              <a:buFont typeface="Times New Roman"/>
              <a:buChar char="•"/>
              <a:tabLst>
                <a:tab pos="242570" algn="l"/>
              </a:tabLst>
            </a:pPr>
            <a:r>
              <a:rPr sz="1200" spc="-10" dirty="0">
                <a:latin typeface="Times New Roman"/>
                <a:cs typeface="Times New Roman"/>
              </a:rPr>
              <a:t>View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event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details</a:t>
            </a:r>
            <a:endParaRPr sz="1200">
              <a:latin typeface="Times New Roman"/>
              <a:cs typeface="Times New Roman"/>
            </a:endParaRPr>
          </a:p>
          <a:p>
            <a:pPr marL="241935" lvl="2" indent="-91440">
              <a:lnSpc>
                <a:spcPts val="1380"/>
              </a:lnSpc>
              <a:buChar char="•"/>
              <a:tabLst>
                <a:tab pos="242570" algn="l"/>
              </a:tabLst>
            </a:pPr>
            <a:r>
              <a:rPr sz="1200" dirty="0">
                <a:latin typeface="Times New Roman"/>
                <a:cs typeface="Times New Roman"/>
              </a:rPr>
              <a:t>Enter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personal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information</a:t>
            </a:r>
            <a:endParaRPr sz="1200">
              <a:latin typeface="Times New Roman"/>
              <a:cs typeface="Times New Roman"/>
            </a:endParaRPr>
          </a:p>
          <a:p>
            <a:pPr marL="241935" lvl="2" indent="-91440">
              <a:lnSpc>
                <a:spcPts val="1380"/>
              </a:lnSpc>
              <a:buChar char="•"/>
              <a:tabLst>
                <a:tab pos="242570" algn="l"/>
              </a:tabLst>
            </a:pPr>
            <a:r>
              <a:rPr sz="1200" dirty="0">
                <a:latin typeface="Times New Roman"/>
                <a:cs typeface="Times New Roman"/>
              </a:rPr>
              <a:t>Select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event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preferences</a:t>
            </a:r>
            <a:endParaRPr sz="1200">
              <a:latin typeface="Times New Roman"/>
              <a:cs typeface="Times New Roman"/>
            </a:endParaRPr>
          </a:p>
          <a:p>
            <a:pPr marL="241935" lvl="2" indent="-91440">
              <a:lnSpc>
                <a:spcPts val="1380"/>
              </a:lnSpc>
              <a:buChar char="•"/>
              <a:tabLst>
                <a:tab pos="242570" algn="l"/>
              </a:tabLst>
            </a:pPr>
            <a:r>
              <a:rPr sz="1200" dirty="0">
                <a:latin typeface="Times New Roman"/>
                <a:cs typeface="Times New Roman"/>
              </a:rPr>
              <a:t>Submit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registration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details</a:t>
            </a:r>
            <a:endParaRPr sz="1200">
              <a:latin typeface="Times New Roman"/>
              <a:cs typeface="Times New Roman"/>
            </a:endParaRPr>
          </a:p>
          <a:p>
            <a:pPr marL="241935" lvl="2" indent="-91440">
              <a:lnSpc>
                <a:spcPts val="1410"/>
              </a:lnSpc>
              <a:buChar char="•"/>
              <a:tabLst>
                <a:tab pos="242570" algn="l"/>
              </a:tabLst>
            </a:pPr>
            <a:r>
              <a:rPr sz="1200" spc="-10" dirty="0">
                <a:latin typeface="Times New Roman"/>
                <a:cs typeface="Times New Roman"/>
              </a:rPr>
              <a:t>View</a:t>
            </a:r>
            <a:r>
              <a:rPr sz="1200" spc="-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registered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participants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(static</a:t>
            </a:r>
            <a:r>
              <a:rPr sz="1200" spc="-5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table)</a:t>
            </a:r>
            <a:endParaRPr sz="1200">
              <a:latin typeface="Times New Roman"/>
              <a:cs typeface="Times New Roman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660400" y="9582143"/>
            <a:ext cx="6502400" cy="0"/>
          </a:xfrm>
          <a:custGeom>
            <a:avLst/>
            <a:gdLst/>
            <a:ahLst/>
            <a:cxnLst/>
            <a:rect l="l" t="t" r="r" b="b"/>
            <a:pathLst>
              <a:path w="6502400">
                <a:moveTo>
                  <a:pt x="0" y="0"/>
                </a:moveTo>
                <a:lnTo>
                  <a:pt x="6502403" y="0"/>
                </a:lnTo>
              </a:path>
            </a:pathLst>
          </a:custGeom>
          <a:ln w="12699">
            <a:solidFill>
              <a:srgbClr val="878787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6" name="object 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21334" y="561975"/>
            <a:ext cx="1495425" cy="371475"/>
          </a:xfrm>
          <a:prstGeom prst="rect">
            <a:avLst/>
          </a:prstGeom>
        </p:spPr>
      </p:pic>
      <p:pic>
        <p:nvPicPr>
          <p:cNvPr id="7" name="object 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569210" y="361950"/>
            <a:ext cx="1009650" cy="571500"/>
          </a:xfrm>
          <a:prstGeom prst="rect">
            <a:avLst/>
          </a:prstGeom>
        </p:spPr>
      </p:pic>
      <p:pic>
        <p:nvPicPr>
          <p:cNvPr id="8" name="object 8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4274184" y="495300"/>
            <a:ext cx="1000125" cy="438150"/>
          </a:xfrm>
          <a:prstGeom prst="rect">
            <a:avLst/>
          </a:prstGeom>
        </p:spPr>
      </p:pic>
      <p:pic>
        <p:nvPicPr>
          <p:cNvPr id="9" name="object 9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5979159" y="533400"/>
            <a:ext cx="1076324" cy="40005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093209" y="794363"/>
            <a:ext cx="1000125" cy="438150"/>
          </a:xfrm>
          <a:prstGeom prst="rect">
            <a:avLst/>
          </a:prstGeom>
        </p:spPr>
      </p:pic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5702934" y="813413"/>
            <a:ext cx="1076324" cy="400050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613409" y="1756702"/>
            <a:ext cx="5252720" cy="78483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700" b="1" spc="-10" dirty="0">
                <a:latin typeface="Times New Roman"/>
                <a:cs typeface="Times New Roman"/>
              </a:rPr>
              <a:t>1.2.Purpose:</a:t>
            </a:r>
            <a:endParaRPr sz="1700" dirty="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spcBef>
                <a:spcPts val="1145"/>
              </a:spcBef>
            </a:pPr>
            <a:r>
              <a:rPr lang="en-US" sz="1200" dirty="0"/>
              <a:t>To understand the fundamental structure of a webpage using HTML5 and to create a functional data collection form for event management</a:t>
            </a:r>
            <a:endParaRPr sz="1200" dirty="0">
              <a:latin typeface="Times New Roman"/>
              <a:cs typeface="Times New Roman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660400" y="2635248"/>
            <a:ext cx="6502400" cy="0"/>
          </a:xfrm>
          <a:custGeom>
            <a:avLst/>
            <a:gdLst/>
            <a:ahLst/>
            <a:cxnLst/>
            <a:rect l="l" t="t" r="r" b="b"/>
            <a:pathLst>
              <a:path w="6502400">
                <a:moveTo>
                  <a:pt x="0" y="0"/>
                </a:moveTo>
                <a:lnTo>
                  <a:pt x="6502403" y="0"/>
                </a:lnTo>
              </a:path>
            </a:pathLst>
          </a:custGeom>
          <a:ln w="12699">
            <a:solidFill>
              <a:srgbClr val="878787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660400" y="4127500"/>
            <a:ext cx="6502400" cy="0"/>
          </a:xfrm>
          <a:custGeom>
            <a:avLst/>
            <a:gdLst/>
            <a:ahLst/>
            <a:cxnLst/>
            <a:rect l="l" t="t" r="r" b="b"/>
            <a:pathLst>
              <a:path w="6502400">
                <a:moveTo>
                  <a:pt x="0" y="0"/>
                </a:moveTo>
                <a:lnTo>
                  <a:pt x="6502403" y="0"/>
                </a:lnTo>
              </a:path>
            </a:pathLst>
          </a:custGeom>
          <a:ln w="12699">
            <a:solidFill>
              <a:srgbClr val="878787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565710" y="2959997"/>
            <a:ext cx="5879465" cy="301108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78130" indent="-222250">
              <a:lnSpc>
                <a:spcPct val="100000"/>
              </a:lnSpc>
              <a:spcBef>
                <a:spcPts val="100"/>
              </a:spcBef>
              <a:buClr>
                <a:srgbClr val="3C78D8"/>
              </a:buClr>
              <a:buSzPct val="95652"/>
              <a:buFont typeface="Times New Roman"/>
              <a:buAutoNum type="arabicPeriod" startAt="2"/>
              <a:tabLst>
                <a:tab pos="278130" algn="l"/>
              </a:tabLst>
            </a:pPr>
            <a:r>
              <a:rPr sz="2300" b="1" dirty="0">
                <a:solidFill>
                  <a:srgbClr val="3C78D8"/>
                </a:solidFill>
                <a:latin typeface="Times New Roman"/>
                <a:cs typeface="Times New Roman"/>
              </a:rPr>
              <a:t>Problem</a:t>
            </a:r>
            <a:r>
              <a:rPr sz="2300" b="1" spc="-100" dirty="0">
                <a:solidFill>
                  <a:srgbClr val="3C78D8"/>
                </a:solidFill>
                <a:latin typeface="Times New Roman"/>
                <a:cs typeface="Times New Roman"/>
              </a:rPr>
              <a:t> </a:t>
            </a:r>
            <a:r>
              <a:rPr sz="2300" b="1" spc="-10" dirty="0">
                <a:solidFill>
                  <a:srgbClr val="3C78D8"/>
                </a:solidFill>
                <a:latin typeface="Times New Roman"/>
                <a:cs typeface="Times New Roman"/>
              </a:rPr>
              <a:t>Statement:</a:t>
            </a:r>
            <a:endParaRPr sz="2300" dirty="0">
              <a:latin typeface="Times New Roman"/>
              <a:cs typeface="Times New Roman"/>
            </a:endParaRPr>
          </a:p>
          <a:p>
            <a:pPr marL="60325">
              <a:lnSpc>
                <a:spcPct val="100000"/>
              </a:lnSpc>
              <a:spcBef>
                <a:spcPts val="1155"/>
              </a:spcBef>
            </a:pPr>
            <a:r>
              <a:rPr lang="en-US" sz="1200" dirty="0"/>
              <a:t>Manual event registration is prone to errors and difficult to manage. This application provides a digital interface to collect participant details systematically and display them in a structured table.</a:t>
            </a:r>
            <a:endParaRPr sz="1200" dirty="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705"/>
              </a:spcBef>
            </a:pPr>
            <a:endParaRPr sz="1200" dirty="0">
              <a:latin typeface="Times New Roman"/>
              <a:cs typeface="Times New Roman"/>
            </a:endParaRPr>
          </a:p>
          <a:p>
            <a:pPr marL="230504" indent="-222250">
              <a:lnSpc>
                <a:spcPct val="100000"/>
              </a:lnSpc>
              <a:spcBef>
                <a:spcPts val="5"/>
              </a:spcBef>
              <a:buClr>
                <a:srgbClr val="3C78D8"/>
              </a:buClr>
              <a:buSzPct val="95652"/>
              <a:buFont typeface="Times New Roman"/>
              <a:buAutoNum type="arabicPeriod" startAt="3"/>
              <a:tabLst>
                <a:tab pos="230504" algn="l"/>
              </a:tabLst>
            </a:pPr>
            <a:r>
              <a:rPr sz="2300" b="1" dirty="0">
                <a:solidFill>
                  <a:srgbClr val="3C78D8"/>
                </a:solidFill>
                <a:latin typeface="Times New Roman"/>
                <a:cs typeface="Times New Roman"/>
              </a:rPr>
              <a:t>Expected</a:t>
            </a:r>
            <a:r>
              <a:rPr sz="2300" b="1" spc="-90" dirty="0">
                <a:solidFill>
                  <a:srgbClr val="3C78D8"/>
                </a:solidFill>
                <a:latin typeface="Times New Roman"/>
                <a:cs typeface="Times New Roman"/>
              </a:rPr>
              <a:t> </a:t>
            </a:r>
            <a:r>
              <a:rPr sz="2300" b="1" spc="-10" dirty="0">
                <a:solidFill>
                  <a:srgbClr val="3C78D8"/>
                </a:solidFill>
                <a:latin typeface="Times New Roman"/>
                <a:cs typeface="Times New Roman"/>
              </a:rPr>
              <a:t>Features:</a:t>
            </a:r>
            <a:endParaRPr lang="en-US" sz="2300" spc="-10" dirty="0">
              <a:solidFill>
                <a:srgbClr val="3C78D8"/>
              </a:solidFill>
              <a:latin typeface="Times New Roman"/>
              <a:cs typeface="Times New Roman"/>
            </a:endParaRPr>
          </a:p>
          <a:p>
            <a:pPr marL="8254">
              <a:lnSpc>
                <a:spcPct val="100000"/>
              </a:lnSpc>
              <a:spcBef>
                <a:spcPts val="5"/>
              </a:spcBef>
              <a:buClr>
                <a:srgbClr val="3C78D8"/>
              </a:buClr>
              <a:buSzPct val="95652"/>
              <a:tabLst>
                <a:tab pos="230504" algn="l"/>
              </a:tabLst>
            </a:pPr>
            <a:r>
              <a:rPr lang="en-US" sz="1700" b="1" dirty="0">
                <a:latin typeface="Times New Roman"/>
                <a:cs typeface="Times New Roman"/>
              </a:rPr>
              <a:t>1.  </a:t>
            </a:r>
            <a:r>
              <a:rPr sz="1700" b="1" dirty="0">
                <a:latin typeface="Times New Roman"/>
                <a:cs typeface="Times New Roman"/>
              </a:rPr>
              <a:t>Event</a:t>
            </a:r>
            <a:r>
              <a:rPr sz="1700" b="1" spc="-55" dirty="0">
                <a:latin typeface="Times New Roman"/>
                <a:cs typeface="Times New Roman"/>
              </a:rPr>
              <a:t> </a:t>
            </a:r>
            <a:r>
              <a:rPr sz="1700" b="1" dirty="0">
                <a:latin typeface="Times New Roman"/>
                <a:cs typeface="Times New Roman"/>
              </a:rPr>
              <a:t>Title</a:t>
            </a:r>
            <a:r>
              <a:rPr sz="1700" b="1" spc="-50" dirty="0">
                <a:latin typeface="Times New Roman"/>
                <a:cs typeface="Times New Roman"/>
              </a:rPr>
              <a:t> </a:t>
            </a:r>
            <a:r>
              <a:rPr sz="1700" b="1" dirty="0">
                <a:latin typeface="Times New Roman"/>
                <a:cs typeface="Times New Roman"/>
              </a:rPr>
              <a:t>and</a:t>
            </a:r>
            <a:r>
              <a:rPr sz="1700" b="1" spc="-55" dirty="0">
                <a:latin typeface="Times New Roman"/>
                <a:cs typeface="Times New Roman"/>
              </a:rPr>
              <a:t> </a:t>
            </a:r>
            <a:r>
              <a:rPr sz="1700" b="1" spc="-10" dirty="0">
                <a:latin typeface="Times New Roman"/>
                <a:cs typeface="Times New Roman"/>
              </a:rPr>
              <a:t>Description:</a:t>
            </a:r>
            <a:endParaRPr lang="en-US" sz="1700" b="1" spc="-10" dirty="0">
              <a:latin typeface="Times New Roman"/>
              <a:cs typeface="Times New Roman"/>
            </a:endParaRPr>
          </a:p>
          <a:p>
            <a:pPr marL="8254">
              <a:lnSpc>
                <a:spcPct val="100000"/>
              </a:lnSpc>
              <a:spcBef>
                <a:spcPts val="5"/>
              </a:spcBef>
              <a:buClr>
                <a:srgbClr val="3C78D8"/>
              </a:buClr>
              <a:buSzPct val="95652"/>
              <a:tabLst>
                <a:tab pos="230504" algn="l"/>
              </a:tabLst>
            </a:pPr>
            <a:r>
              <a:rPr lang="en-US" sz="1700" dirty="0">
                <a:latin typeface="Times New Roman"/>
                <a:cs typeface="Times New Roman"/>
              </a:rPr>
              <a:t>	</a:t>
            </a:r>
            <a:r>
              <a:rPr lang="en-US" sz="1700" b="1" dirty="0">
                <a:latin typeface="Times New Roman"/>
                <a:cs typeface="Times New Roman"/>
              </a:rPr>
              <a:t>Title:</a:t>
            </a:r>
            <a:r>
              <a:rPr lang="en-US" sz="1700" dirty="0">
                <a:latin typeface="Times New Roman"/>
                <a:cs typeface="Times New Roman"/>
              </a:rPr>
              <a:t> College Workshop Registration</a:t>
            </a:r>
          </a:p>
          <a:p>
            <a:pPr marL="8254">
              <a:lnSpc>
                <a:spcPct val="100000"/>
              </a:lnSpc>
              <a:spcBef>
                <a:spcPts val="5"/>
              </a:spcBef>
              <a:buClr>
                <a:srgbClr val="3C78D8"/>
              </a:buClr>
              <a:buSzPct val="95652"/>
              <a:tabLst>
                <a:tab pos="230504" algn="l"/>
              </a:tabLst>
            </a:pPr>
            <a:r>
              <a:rPr lang="en-US" sz="1700" dirty="0">
                <a:latin typeface="Times New Roman"/>
                <a:cs typeface="Times New Roman"/>
              </a:rPr>
              <a:t>     </a:t>
            </a:r>
            <a:r>
              <a:rPr lang="en-US" sz="1700" b="1" dirty="0">
                <a:latin typeface="Times New Roman"/>
                <a:cs typeface="Times New Roman"/>
              </a:rPr>
              <a:t>Description:</a:t>
            </a:r>
            <a:r>
              <a:rPr lang="en-US" sz="1700" dirty="0">
                <a:latin typeface="Times New Roman"/>
                <a:cs typeface="Times New Roman"/>
              </a:rPr>
              <a:t> A technical seminar designed to provide students 	with hands-on experience in modern programming languages     	like Java and Python.</a:t>
            </a:r>
            <a:endParaRPr sz="1700" dirty="0">
              <a:latin typeface="Times New Roman"/>
              <a:cs typeface="Times New Roman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660400" y="6000457"/>
            <a:ext cx="6502400" cy="0"/>
          </a:xfrm>
          <a:custGeom>
            <a:avLst/>
            <a:gdLst/>
            <a:ahLst/>
            <a:cxnLst/>
            <a:rect l="l" t="t" r="r" b="b"/>
            <a:pathLst>
              <a:path w="6502400">
                <a:moveTo>
                  <a:pt x="0" y="0"/>
                </a:moveTo>
                <a:lnTo>
                  <a:pt x="6502403" y="0"/>
                </a:lnTo>
              </a:path>
            </a:pathLst>
          </a:custGeom>
          <a:ln w="12699">
            <a:solidFill>
              <a:srgbClr val="878787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 txBox="1"/>
          <p:nvPr/>
        </p:nvSpPr>
        <p:spPr>
          <a:xfrm>
            <a:off x="613409" y="5968709"/>
            <a:ext cx="5546090" cy="3413760"/>
          </a:xfrm>
          <a:prstGeom prst="rect">
            <a:avLst/>
          </a:prstGeom>
        </p:spPr>
        <p:txBody>
          <a:bodyPr vert="horz" wrap="square" lIns="0" tIns="74930" rIns="0" bIns="0" rtlCol="0">
            <a:spAutoFit/>
          </a:bodyPr>
          <a:lstStyle/>
          <a:p>
            <a:pPr marL="387985" lvl="1" indent="-375285">
              <a:lnSpc>
                <a:spcPct val="100000"/>
              </a:lnSpc>
              <a:spcBef>
                <a:spcPts val="590"/>
              </a:spcBef>
              <a:buFont typeface="Times New Roman"/>
              <a:buAutoNum type="arabicPeriod" startAt="2"/>
              <a:tabLst>
                <a:tab pos="387985" algn="l"/>
              </a:tabLst>
            </a:pPr>
            <a:r>
              <a:rPr sz="1700" b="1" dirty="0">
                <a:latin typeface="Times New Roman"/>
                <a:cs typeface="Times New Roman"/>
              </a:rPr>
              <a:t>Event</a:t>
            </a:r>
            <a:r>
              <a:rPr sz="1700" b="1" spc="-50" dirty="0">
                <a:latin typeface="Times New Roman"/>
                <a:cs typeface="Times New Roman"/>
              </a:rPr>
              <a:t> </a:t>
            </a:r>
            <a:r>
              <a:rPr sz="1700" b="1" dirty="0">
                <a:latin typeface="Times New Roman"/>
                <a:cs typeface="Times New Roman"/>
              </a:rPr>
              <a:t>Information</a:t>
            </a:r>
            <a:r>
              <a:rPr sz="1700" b="1" spc="-50" dirty="0">
                <a:latin typeface="Times New Roman"/>
                <a:cs typeface="Times New Roman"/>
              </a:rPr>
              <a:t> </a:t>
            </a:r>
            <a:r>
              <a:rPr sz="1700" b="1" dirty="0">
                <a:latin typeface="Times New Roman"/>
                <a:cs typeface="Times New Roman"/>
              </a:rPr>
              <a:t>&amp;</a:t>
            </a:r>
            <a:r>
              <a:rPr sz="1700" b="1" spc="-50" dirty="0">
                <a:latin typeface="Times New Roman"/>
                <a:cs typeface="Times New Roman"/>
              </a:rPr>
              <a:t> </a:t>
            </a:r>
            <a:r>
              <a:rPr sz="1700" b="1" dirty="0">
                <a:latin typeface="Times New Roman"/>
                <a:cs typeface="Times New Roman"/>
              </a:rPr>
              <a:t>Registration</a:t>
            </a:r>
            <a:r>
              <a:rPr sz="1700" b="1" spc="-45" dirty="0">
                <a:latin typeface="Times New Roman"/>
                <a:cs typeface="Times New Roman"/>
              </a:rPr>
              <a:t> </a:t>
            </a:r>
            <a:r>
              <a:rPr sz="1700" b="1" dirty="0">
                <a:latin typeface="Times New Roman"/>
                <a:cs typeface="Times New Roman"/>
              </a:rPr>
              <a:t>Form</a:t>
            </a:r>
            <a:r>
              <a:rPr sz="1700" b="1" spc="-50" dirty="0">
                <a:latin typeface="Times New Roman"/>
                <a:cs typeface="Times New Roman"/>
              </a:rPr>
              <a:t> </a:t>
            </a:r>
            <a:r>
              <a:rPr sz="1700" b="1" spc="-10" dirty="0">
                <a:latin typeface="Times New Roman"/>
                <a:cs typeface="Times New Roman"/>
              </a:rPr>
              <a:t>Section:</a:t>
            </a:r>
            <a:endParaRPr sz="17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spcBef>
                <a:spcPts val="350"/>
              </a:spcBef>
            </a:pPr>
            <a:r>
              <a:rPr sz="1200" i="1" dirty="0">
                <a:latin typeface="Times New Roman"/>
                <a:cs typeface="Times New Roman"/>
              </a:rPr>
              <a:t>(Include</a:t>
            </a:r>
            <a:r>
              <a:rPr sz="1200" i="1" spc="-1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complete</a:t>
            </a:r>
            <a:r>
              <a:rPr sz="1200" i="1" spc="-1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event</a:t>
            </a:r>
            <a:r>
              <a:rPr sz="1200" i="1" spc="-1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details</a:t>
            </a:r>
            <a:r>
              <a:rPr sz="1200" i="1" spc="-1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and</a:t>
            </a:r>
            <a:r>
              <a:rPr sz="1200" i="1" spc="-15" dirty="0">
                <a:latin typeface="Times New Roman"/>
                <a:cs typeface="Times New Roman"/>
              </a:rPr>
              <a:t> </a:t>
            </a:r>
            <a:r>
              <a:rPr sz="1200" i="1" spc="-10" dirty="0">
                <a:latin typeface="Times New Roman"/>
                <a:cs typeface="Times New Roman"/>
              </a:rPr>
              <a:t>create</a:t>
            </a:r>
            <a:r>
              <a:rPr sz="1200" i="1" spc="-1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a</a:t>
            </a:r>
            <a:r>
              <a:rPr sz="1200" i="1" spc="-15" dirty="0">
                <a:latin typeface="Times New Roman"/>
                <a:cs typeface="Times New Roman"/>
              </a:rPr>
              <a:t> </a:t>
            </a:r>
            <a:r>
              <a:rPr sz="1200" i="1" spc="-10" dirty="0">
                <a:latin typeface="Times New Roman"/>
                <a:cs typeface="Times New Roman"/>
              </a:rPr>
              <a:t>registration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form</a:t>
            </a:r>
            <a:r>
              <a:rPr sz="1200" i="1" spc="-1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to</a:t>
            </a:r>
            <a:r>
              <a:rPr sz="1200" i="1" spc="-1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collect</a:t>
            </a:r>
            <a:r>
              <a:rPr sz="1200" i="1" spc="-1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user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spc="-10" dirty="0">
                <a:latin typeface="Times New Roman"/>
                <a:cs typeface="Times New Roman"/>
              </a:rPr>
              <a:t>information.)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360"/>
              </a:spcBef>
            </a:pPr>
            <a:endParaRPr sz="12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</a:pPr>
            <a:r>
              <a:rPr sz="1200" dirty="0">
                <a:latin typeface="Times New Roman"/>
                <a:cs typeface="Times New Roman"/>
              </a:rPr>
              <a:t>This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section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includes:</a:t>
            </a:r>
            <a:endParaRPr sz="1200">
              <a:latin typeface="Times New Roman"/>
              <a:cs typeface="Times New Roman"/>
            </a:endParaRPr>
          </a:p>
          <a:p>
            <a:pPr marL="288925" lvl="2" indent="-180975">
              <a:lnSpc>
                <a:spcPct val="100000"/>
              </a:lnSpc>
              <a:spcBef>
                <a:spcPts val="1145"/>
              </a:spcBef>
              <a:buFont typeface="Arial"/>
              <a:buChar char="●"/>
              <a:tabLst>
                <a:tab pos="288925" algn="l"/>
              </a:tabLst>
            </a:pPr>
            <a:r>
              <a:rPr sz="1200" dirty="0">
                <a:latin typeface="Times New Roman"/>
                <a:cs typeface="Times New Roman"/>
              </a:rPr>
              <a:t>Event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Information</a:t>
            </a:r>
            <a:endParaRPr sz="1200">
              <a:latin typeface="Times New Roman"/>
              <a:cs typeface="Times New Roman"/>
            </a:endParaRPr>
          </a:p>
          <a:p>
            <a:pPr marL="288925" lvl="2" indent="-180975">
              <a:lnSpc>
                <a:spcPct val="100000"/>
              </a:lnSpc>
              <a:spcBef>
                <a:spcPts val="1325"/>
              </a:spcBef>
              <a:buFont typeface="Arial"/>
              <a:buChar char="●"/>
              <a:tabLst>
                <a:tab pos="288925" algn="l"/>
              </a:tabLst>
            </a:pPr>
            <a:r>
              <a:rPr sz="1200" dirty="0">
                <a:latin typeface="Times New Roman"/>
                <a:cs typeface="Times New Roman"/>
              </a:rPr>
              <a:t>Registration</a:t>
            </a:r>
            <a:r>
              <a:rPr sz="1200" spc="-60" dirty="0">
                <a:latin typeface="Times New Roman"/>
                <a:cs typeface="Times New Roman"/>
              </a:rPr>
              <a:t> </a:t>
            </a:r>
            <a:r>
              <a:rPr sz="1200" spc="-20" dirty="0">
                <a:latin typeface="Times New Roman"/>
                <a:cs typeface="Times New Roman"/>
              </a:rPr>
              <a:t>Form</a:t>
            </a:r>
            <a:endParaRPr sz="1200">
              <a:latin typeface="Times New Roman"/>
              <a:cs typeface="Times New Roman"/>
            </a:endParaRPr>
          </a:p>
          <a:p>
            <a:pPr marL="288925" lvl="2" indent="-180975">
              <a:lnSpc>
                <a:spcPct val="100000"/>
              </a:lnSpc>
              <a:spcBef>
                <a:spcPts val="1325"/>
              </a:spcBef>
              <a:buFont typeface="Arial"/>
              <a:buChar char="●"/>
              <a:tabLst>
                <a:tab pos="288925" algn="l"/>
              </a:tabLst>
            </a:pPr>
            <a:r>
              <a:rPr sz="1200" dirty="0">
                <a:latin typeface="Times New Roman"/>
                <a:cs typeface="Times New Roman"/>
              </a:rPr>
              <a:t>Personal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Information</a:t>
            </a:r>
            <a:endParaRPr sz="1200">
              <a:latin typeface="Times New Roman"/>
              <a:cs typeface="Times New Roman"/>
            </a:endParaRPr>
          </a:p>
          <a:p>
            <a:pPr marL="288925" lvl="2" indent="-180975">
              <a:lnSpc>
                <a:spcPct val="100000"/>
              </a:lnSpc>
              <a:spcBef>
                <a:spcPts val="1325"/>
              </a:spcBef>
              <a:buFont typeface="Arial"/>
              <a:buChar char="●"/>
              <a:tabLst>
                <a:tab pos="288925" algn="l"/>
              </a:tabLst>
            </a:pPr>
            <a:r>
              <a:rPr sz="1200" dirty="0">
                <a:latin typeface="Times New Roman"/>
                <a:cs typeface="Times New Roman"/>
              </a:rPr>
              <a:t>Event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Selection</a:t>
            </a:r>
            <a:endParaRPr sz="1200">
              <a:latin typeface="Times New Roman"/>
              <a:cs typeface="Times New Roman"/>
            </a:endParaRPr>
          </a:p>
          <a:p>
            <a:pPr marL="288925" lvl="2" indent="-180975">
              <a:lnSpc>
                <a:spcPct val="100000"/>
              </a:lnSpc>
              <a:spcBef>
                <a:spcPts val="1325"/>
              </a:spcBef>
              <a:buFont typeface="Arial"/>
              <a:buChar char="●"/>
              <a:tabLst>
                <a:tab pos="288925" algn="l"/>
              </a:tabLst>
            </a:pPr>
            <a:r>
              <a:rPr sz="1200" dirty="0">
                <a:latin typeface="Times New Roman"/>
                <a:cs typeface="Times New Roman"/>
              </a:rPr>
              <a:t>Additional</a:t>
            </a:r>
            <a:r>
              <a:rPr sz="1200" spc="-5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Details</a:t>
            </a:r>
            <a:endParaRPr sz="1200">
              <a:latin typeface="Times New Roman"/>
              <a:cs typeface="Times New Roman"/>
            </a:endParaRPr>
          </a:p>
          <a:p>
            <a:pPr marL="288925" lvl="2" indent="-180975">
              <a:lnSpc>
                <a:spcPct val="100000"/>
              </a:lnSpc>
              <a:spcBef>
                <a:spcPts val="1325"/>
              </a:spcBef>
              <a:buFont typeface="Arial"/>
              <a:buChar char="●"/>
              <a:tabLst>
                <a:tab pos="288925" algn="l"/>
              </a:tabLst>
            </a:pPr>
            <a:r>
              <a:rPr sz="1200" spc="-10" dirty="0">
                <a:latin typeface="Times New Roman"/>
                <a:cs typeface="Times New Roman"/>
              </a:rPr>
              <a:t>Declaration</a:t>
            </a:r>
            <a:endParaRPr sz="1200">
              <a:latin typeface="Times New Roman"/>
              <a:cs typeface="Times New Roman"/>
            </a:endParaRPr>
          </a:p>
          <a:p>
            <a:pPr marL="288925" lvl="2" indent="-180975">
              <a:lnSpc>
                <a:spcPct val="100000"/>
              </a:lnSpc>
              <a:spcBef>
                <a:spcPts val="1325"/>
              </a:spcBef>
              <a:buFont typeface="Arial"/>
              <a:buChar char="●"/>
              <a:tabLst>
                <a:tab pos="288925" algn="l"/>
              </a:tabLst>
            </a:pPr>
            <a:r>
              <a:rPr sz="1200" dirty="0">
                <a:latin typeface="Times New Roman"/>
                <a:cs typeface="Times New Roman"/>
              </a:rPr>
              <a:t>Form </a:t>
            </a:r>
            <a:r>
              <a:rPr sz="1200" spc="-10" dirty="0">
                <a:latin typeface="Times New Roman"/>
                <a:cs typeface="Times New Roman"/>
              </a:rPr>
              <a:t>Controls</a:t>
            </a:r>
            <a:endParaRPr sz="1200">
              <a:latin typeface="Times New Roman"/>
              <a:cs typeface="Times New Roman"/>
            </a:endParaRPr>
          </a:p>
        </p:txBody>
      </p:sp>
      <p:pic>
        <p:nvPicPr>
          <p:cNvPr id="10" name="object 10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521334" y="661013"/>
            <a:ext cx="1495425" cy="371475"/>
          </a:xfrm>
          <a:prstGeom prst="rect">
            <a:avLst/>
          </a:prstGeom>
        </p:spPr>
      </p:pic>
      <p:pic>
        <p:nvPicPr>
          <p:cNvPr id="11" name="object 11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2569210" y="641963"/>
            <a:ext cx="1009650" cy="5715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093209" y="409575"/>
            <a:ext cx="1000125" cy="438150"/>
          </a:xfrm>
          <a:prstGeom prst="rect">
            <a:avLst/>
          </a:prstGeom>
        </p:spPr>
      </p:pic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5883909" y="428625"/>
            <a:ext cx="1076324" cy="400050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765809" y="1235593"/>
            <a:ext cx="2695575" cy="20129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300" b="1" spc="-10" dirty="0">
                <a:latin typeface="Times New Roman"/>
                <a:cs typeface="Times New Roman"/>
              </a:rPr>
              <a:t>Sample:</a:t>
            </a:r>
            <a:endParaRPr sz="1300">
              <a:latin typeface="Times New Roman"/>
              <a:cs typeface="Times New Roman"/>
            </a:endParaRPr>
          </a:p>
          <a:p>
            <a:pPr marL="79375" marR="5080">
              <a:lnSpc>
                <a:spcPct val="193000"/>
              </a:lnSpc>
              <a:spcBef>
                <a:spcPts val="400"/>
              </a:spcBef>
            </a:pPr>
            <a:r>
              <a:rPr sz="1200" b="1" dirty="0">
                <a:latin typeface="Times New Roman"/>
                <a:cs typeface="Times New Roman"/>
              </a:rPr>
              <a:t>Registration</a:t>
            </a:r>
            <a:r>
              <a:rPr sz="1200" b="1" spc="-2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Form</a:t>
            </a:r>
            <a:r>
              <a:rPr sz="1200" b="1" spc="-2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–</a:t>
            </a:r>
            <a:r>
              <a:rPr sz="1200" b="1" spc="-2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Sample</a:t>
            </a:r>
            <a:r>
              <a:rPr sz="1200" b="1" spc="-2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Filled</a:t>
            </a:r>
            <a:r>
              <a:rPr sz="1200" b="1" spc="-25" dirty="0">
                <a:latin typeface="Times New Roman"/>
                <a:cs typeface="Times New Roman"/>
              </a:rPr>
              <a:t> </a:t>
            </a:r>
            <a:r>
              <a:rPr sz="1200" b="1" spc="-20" dirty="0">
                <a:latin typeface="Times New Roman"/>
                <a:cs typeface="Times New Roman"/>
              </a:rPr>
              <a:t>Data </a:t>
            </a:r>
            <a:r>
              <a:rPr sz="1200" b="1" dirty="0">
                <a:latin typeface="Times New Roman"/>
                <a:cs typeface="Times New Roman"/>
              </a:rPr>
              <a:t>Personal</a:t>
            </a:r>
            <a:r>
              <a:rPr sz="1200" b="1" spc="-45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Information</a:t>
            </a:r>
            <a:endParaRPr sz="1200">
              <a:latin typeface="Times New Roman"/>
              <a:cs typeface="Times New Roman"/>
            </a:endParaRPr>
          </a:p>
          <a:p>
            <a:pPr marL="508000" indent="-190500">
              <a:lnSpc>
                <a:spcPts val="1415"/>
              </a:lnSpc>
              <a:spcBef>
                <a:spcPts val="1145"/>
              </a:spcBef>
              <a:buFont typeface="Arial"/>
              <a:buChar char="●"/>
              <a:tabLst>
                <a:tab pos="508000" algn="l"/>
              </a:tabLst>
            </a:pPr>
            <a:r>
              <a:rPr sz="1200" b="1" dirty="0">
                <a:latin typeface="Times New Roman"/>
                <a:cs typeface="Times New Roman"/>
              </a:rPr>
              <a:t>Name:</a:t>
            </a:r>
            <a:r>
              <a:rPr sz="1200" b="1" spc="-35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XYZ</a:t>
            </a:r>
            <a:endParaRPr sz="1200">
              <a:latin typeface="Times New Roman"/>
              <a:cs typeface="Times New Roman"/>
            </a:endParaRPr>
          </a:p>
          <a:p>
            <a:pPr marL="508000" indent="-190500">
              <a:lnSpc>
                <a:spcPts val="1385"/>
              </a:lnSpc>
              <a:buFont typeface="Arial"/>
              <a:buChar char="●"/>
              <a:tabLst>
                <a:tab pos="508000" algn="l"/>
              </a:tabLst>
            </a:pPr>
            <a:r>
              <a:rPr sz="1200" b="1" dirty="0">
                <a:latin typeface="Times New Roman"/>
                <a:cs typeface="Times New Roman"/>
              </a:rPr>
              <a:t>Email:</a:t>
            </a:r>
            <a:r>
              <a:rPr sz="1200" b="1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  <a:hlinkClick r:id="rId4"/>
              </a:rPr>
              <a:t>xyz@gmail.com</a:t>
            </a:r>
            <a:endParaRPr sz="1200">
              <a:latin typeface="Times New Roman"/>
              <a:cs typeface="Times New Roman"/>
            </a:endParaRPr>
          </a:p>
          <a:p>
            <a:pPr marL="508000" indent="-190500">
              <a:lnSpc>
                <a:spcPts val="1385"/>
              </a:lnSpc>
              <a:buFont typeface="Arial"/>
              <a:buChar char="●"/>
              <a:tabLst>
                <a:tab pos="508000" algn="l"/>
              </a:tabLst>
            </a:pPr>
            <a:r>
              <a:rPr sz="1200" b="1" dirty="0">
                <a:latin typeface="Times New Roman"/>
                <a:cs typeface="Times New Roman"/>
              </a:rPr>
              <a:t>Phone Number: </a:t>
            </a:r>
            <a:r>
              <a:rPr sz="1200" spc="-10" dirty="0">
                <a:latin typeface="Times New Roman"/>
                <a:cs typeface="Times New Roman"/>
              </a:rPr>
              <a:t>9876543210</a:t>
            </a:r>
            <a:endParaRPr sz="1200">
              <a:latin typeface="Times New Roman"/>
              <a:cs typeface="Times New Roman"/>
            </a:endParaRPr>
          </a:p>
          <a:p>
            <a:pPr marL="508000" indent="-190500">
              <a:lnSpc>
                <a:spcPts val="1385"/>
              </a:lnSpc>
              <a:buFont typeface="Arial"/>
              <a:buChar char="●"/>
              <a:tabLst>
                <a:tab pos="508000" algn="l"/>
              </a:tabLst>
            </a:pPr>
            <a:r>
              <a:rPr sz="1200" b="1" dirty="0">
                <a:latin typeface="Times New Roman"/>
                <a:cs typeface="Times New Roman"/>
              </a:rPr>
              <a:t>Date</a:t>
            </a:r>
            <a:r>
              <a:rPr sz="1200" b="1" spc="-2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of</a:t>
            </a:r>
            <a:r>
              <a:rPr sz="1200" b="1" spc="-2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Birth:</a:t>
            </a:r>
            <a:r>
              <a:rPr sz="1200" b="1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12/02/2006</a:t>
            </a:r>
            <a:endParaRPr sz="1200">
              <a:latin typeface="Times New Roman"/>
              <a:cs typeface="Times New Roman"/>
            </a:endParaRPr>
          </a:p>
          <a:p>
            <a:pPr marL="508000" indent="-190500">
              <a:lnSpc>
                <a:spcPts val="1415"/>
              </a:lnSpc>
              <a:buFont typeface="Arial"/>
              <a:buChar char="●"/>
              <a:tabLst>
                <a:tab pos="508000" algn="l"/>
              </a:tabLst>
            </a:pPr>
            <a:r>
              <a:rPr sz="1200" b="1" dirty="0">
                <a:latin typeface="Times New Roman"/>
                <a:cs typeface="Times New Roman"/>
              </a:rPr>
              <a:t>Gender:</a:t>
            </a:r>
            <a:r>
              <a:rPr sz="1200" b="1" spc="-4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Female</a:t>
            </a:r>
            <a:endParaRPr sz="1200">
              <a:latin typeface="Times New Roman"/>
              <a:cs typeface="Times New Roman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660400" y="3511546"/>
            <a:ext cx="6502400" cy="0"/>
          </a:xfrm>
          <a:custGeom>
            <a:avLst/>
            <a:gdLst/>
            <a:ahLst/>
            <a:cxnLst/>
            <a:rect l="l" t="t" r="r" b="b"/>
            <a:pathLst>
              <a:path w="6502400">
                <a:moveTo>
                  <a:pt x="0" y="0"/>
                </a:moveTo>
                <a:lnTo>
                  <a:pt x="6502403" y="0"/>
                </a:lnTo>
              </a:path>
            </a:pathLst>
          </a:custGeom>
          <a:ln w="12699">
            <a:solidFill>
              <a:srgbClr val="878787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 txBox="1"/>
          <p:nvPr/>
        </p:nvSpPr>
        <p:spPr>
          <a:xfrm>
            <a:off x="613409" y="3767176"/>
            <a:ext cx="3949700" cy="15963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700" b="1" dirty="0">
                <a:latin typeface="Times New Roman"/>
                <a:cs typeface="Times New Roman"/>
              </a:rPr>
              <a:t>3.3.</a:t>
            </a:r>
            <a:r>
              <a:rPr sz="1700" b="1" spc="-75" dirty="0">
                <a:latin typeface="Times New Roman"/>
                <a:cs typeface="Times New Roman"/>
              </a:rPr>
              <a:t> </a:t>
            </a:r>
            <a:r>
              <a:rPr sz="1700" b="1" dirty="0">
                <a:latin typeface="Times New Roman"/>
                <a:cs typeface="Times New Roman"/>
              </a:rPr>
              <a:t>Registered</a:t>
            </a:r>
            <a:r>
              <a:rPr sz="1700" b="1" spc="-70" dirty="0">
                <a:latin typeface="Times New Roman"/>
                <a:cs typeface="Times New Roman"/>
              </a:rPr>
              <a:t> </a:t>
            </a:r>
            <a:r>
              <a:rPr sz="1700" b="1" dirty="0">
                <a:latin typeface="Times New Roman"/>
                <a:cs typeface="Times New Roman"/>
              </a:rPr>
              <a:t>Participants</a:t>
            </a:r>
            <a:r>
              <a:rPr sz="1700" b="1" spc="-75" dirty="0">
                <a:latin typeface="Times New Roman"/>
                <a:cs typeface="Times New Roman"/>
              </a:rPr>
              <a:t> </a:t>
            </a:r>
            <a:r>
              <a:rPr sz="1700" b="1" spc="-10" dirty="0">
                <a:latin typeface="Times New Roman"/>
                <a:cs typeface="Times New Roman"/>
              </a:rPr>
              <a:t>Section</a:t>
            </a:r>
            <a:endParaRPr sz="1700">
              <a:latin typeface="Times New Roman"/>
              <a:cs typeface="Times New Roman"/>
            </a:endParaRPr>
          </a:p>
          <a:p>
            <a:pPr marL="50800">
              <a:lnSpc>
                <a:spcPct val="100000"/>
              </a:lnSpc>
              <a:spcBef>
                <a:spcPts val="1145"/>
              </a:spcBef>
            </a:pPr>
            <a:r>
              <a:rPr sz="1200" dirty="0">
                <a:latin typeface="Times New Roman"/>
                <a:cs typeface="Times New Roman"/>
              </a:rPr>
              <a:t>(C</a:t>
            </a:r>
            <a:r>
              <a:rPr sz="1200" i="1" dirty="0">
                <a:latin typeface="Times New Roman"/>
                <a:cs typeface="Times New Roman"/>
              </a:rPr>
              <a:t>reate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a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table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to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display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the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details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of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spc="-10" dirty="0">
                <a:latin typeface="Times New Roman"/>
                <a:cs typeface="Times New Roman"/>
              </a:rPr>
              <a:t>registered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spc="-10" dirty="0">
                <a:latin typeface="Times New Roman"/>
                <a:cs typeface="Times New Roman"/>
              </a:rPr>
              <a:t>participants.</a:t>
            </a:r>
            <a:r>
              <a:rPr sz="1200" spc="-10" dirty="0">
                <a:latin typeface="Times New Roman"/>
                <a:cs typeface="Times New Roman"/>
              </a:rPr>
              <a:t>)</a:t>
            </a:r>
            <a:endParaRPr sz="1200">
              <a:latin typeface="Times New Roman"/>
              <a:cs typeface="Times New Roman"/>
            </a:endParaRPr>
          </a:p>
          <a:p>
            <a:pPr marL="88900" marR="1468120">
              <a:lnSpc>
                <a:spcPct val="179200"/>
              </a:lnSpc>
            </a:pPr>
            <a:r>
              <a:rPr sz="1200" dirty="0">
                <a:latin typeface="Times New Roman"/>
                <a:cs typeface="Times New Roman"/>
              </a:rPr>
              <a:t>|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Name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|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Email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|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Phone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|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Event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|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Mode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spc="-50" dirty="0">
                <a:latin typeface="Times New Roman"/>
                <a:cs typeface="Times New Roman"/>
              </a:rPr>
              <a:t>| </a:t>
            </a:r>
            <a:r>
              <a:rPr sz="1200" dirty="0">
                <a:latin typeface="Times New Roman"/>
                <a:cs typeface="Times New Roman"/>
              </a:rPr>
              <a:t>(Add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one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sample</a:t>
            </a:r>
            <a:r>
              <a:rPr sz="1200" spc="-20" dirty="0">
                <a:latin typeface="Times New Roman"/>
                <a:cs typeface="Times New Roman"/>
              </a:rPr>
              <a:t> row)</a:t>
            </a:r>
            <a:endParaRPr sz="1200">
              <a:latin typeface="Times New Roman"/>
              <a:cs typeface="Times New Roman"/>
            </a:endParaRPr>
          </a:p>
          <a:p>
            <a:pPr marL="88900">
              <a:lnSpc>
                <a:spcPct val="100000"/>
              </a:lnSpc>
              <a:spcBef>
                <a:spcPts val="1140"/>
              </a:spcBef>
            </a:pPr>
            <a:r>
              <a:rPr sz="1200" b="1" spc="-10" dirty="0">
                <a:latin typeface="Times New Roman"/>
                <a:cs typeface="Times New Roman"/>
              </a:rPr>
              <a:t>Sample:</a:t>
            </a:r>
            <a:endParaRPr sz="1200">
              <a:latin typeface="Times New Roman"/>
              <a:cs typeface="Times New Roman"/>
            </a:endParaRPr>
          </a:p>
        </p:txBody>
      </p:sp>
      <p:graphicFrame>
        <p:nvGraphicFramePr>
          <p:cNvPr id="7" name="object 7"/>
          <p:cNvGraphicFramePr>
            <a:graphicFrameLocks noGrp="1"/>
          </p:cNvGraphicFramePr>
          <p:nvPr/>
        </p:nvGraphicFramePr>
        <p:xfrm>
          <a:off x="749300" y="5511805"/>
          <a:ext cx="6413500" cy="59626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965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589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11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7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28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0416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490"/>
                        </a:spcBef>
                      </a:pPr>
                      <a:r>
                        <a:rPr sz="1100" b="1" spc="-20" dirty="0">
                          <a:latin typeface="Times New Roman"/>
                          <a:cs typeface="Times New Roman"/>
                        </a:rPr>
                        <a:t>Name</a:t>
                      </a:r>
                      <a:endParaRPr sz="1100">
                        <a:latin typeface="Times New Roman"/>
                        <a:cs typeface="Times New Roman"/>
                      </a:endParaRPr>
                    </a:p>
                  </a:txBody>
                  <a:tcPr marL="0" marR="0" marT="6223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4445" algn="ctr">
                        <a:lnSpc>
                          <a:spcPct val="100000"/>
                        </a:lnSpc>
                        <a:spcBef>
                          <a:spcPts val="490"/>
                        </a:spcBef>
                      </a:pPr>
                      <a:r>
                        <a:rPr sz="1100" b="1" spc="-10" dirty="0">
                          <a:latin typeface="Times New Roman"/>
                          <a:cs typeface="Times New Roman"/>
                        </a:rPr>
                        <a:t>Email</a:t>
                      </a:r>
                      <a:endParaRPr sz="1100">
                        <a:latin typeface="Times New Roman"/>
                        <a:cs typeface="Times New Roman"/>
                      </a:endParaRPr>
                    </a:p>
                  </a:txBody>
                  <a:tcPr marL="0" marR="0" marT="6223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7620" algn="ctr">
                        <a:lnSpc>
                          <a:spcPct val="100000"/>
                        </a:lnSpc>
                        <a:spcBef>
                          <a:spcPts val="490"/>
                        </a:spcBef>
                      </a:pPr>
                      <a:r>
                        <a:rPr sz="1100" b="1" spc="-10" dirty="0">
                          <a:latin typeface="Times New Roman"/>
                          <a:cs typeface="Times New Roman"/>
                        </a:rPr>
                        <a:t>Phone</a:t>
                      </a:r>
                      <a:endParaRPr sz="1100">
                        <a:latin typeface="Times New Roman"/>
                        <a:cs typeface="Times New Roman"/>
                      </a:endParaRPr>
                    </a:p>
                  </a:txBody>
                  <a:tcPr marL="0" marR="0" marT="6223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4445" algn="ctr">
                        <a:lnSpc>
                          <a:spcPct val="100000"/>
                        </a:lnSpc>
                        <a:spcBef>
                          <a:spcPts val="490"/>
                        </a:spcBef>
                      </a:pPr>
                      <a:r>
                        <a:rPr sz="1100" b="1" spc="-10" dirty="0">
                          <a:latin typeface="Times New Roman"/>
                          <a:cs typeface="Times New Roman"/>
                        </a:rPr>
                        <a:t>Event</a:t>
                      </a:r>
                      <a:endParaRPr sz="1100">
                        <a:latin typeface="Times New Roman"/>
                        <a:cs typeface="Times New Roman"/>
                      </a:endParaRPr>
                    </a:p>
                  </a:txBody>
                  <a:tcPr marL="0" marR="0" marT="6223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270" algn="ctr">
                        <a:lnSpc>
                          <a:spcPct val="100000"/>
                        </a:lnSpc>
                        <a:spcBef>
                          <a:spcPts val="490"/>
                        </a:spcBef>
                      </a:pPr>
                      <a:r>
                        <a:rPr sz="1100" b="1" spc="-20" dirty="0">
                          <a:latin typeface="Times New Roman"/>
                          <a:cs typeface="Times New Roman"/>
                        </a:rPr>
                        <a:t>Mode</a:t>
                      </a:r>
                      <a:endParaRPr sz="1100">
                        <a:latin typeface="Times New Roman"/>
                        <a:cs typeface="Times New Roman"/>
                      </a:endParaRPr>
                    </a:p>
                  </a:txBody>
                  <a:tcPr marL="0" marR="0" marT="6223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1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480"/>
                        </a:spcBef>
                      </a:pPr>
                      <a:r>
                        <a:rPr sz="1100" spc="-25" dirty="0">
                          <a:latin typeface="Times New Roman"/>
                          <a:cs typeface="Times New Roman"/>
                        </a:rPr>
                        <a:t>XYZ</a:t>
                      </a:r>
                      <a:endParaRPr sz="1100">
                        <a:latin typeface="Times New Roman"/>
                        <a:cs typeface="Times New Roman"/>
                      </a:endParaRPr>
                    </a:p>
                  </a:txBody>
                  <a:tcPr marL="0" marR="0" marT="6096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4445" algn="ctr">
                        <a:lnSpc>
                          <a:spcPct val="100000"/>
                        </a:lnSpc>
                        <a:spcBef>
                          <a:spcPts val="480"/>
                        </a:spcBef>
                      </a:pPr>
                      <a:r>
                        <a:rPr sz="1100" spc="-10" dirty="0">
                          <a:latin typeface="Times New Roman"/>
                          <a:cs typeface="Times New Roman"/>
                          <a:hlinkClick r:id="rId4"/>
                        </a:rPr>
                        <a:t>xyz@gmail.com</a:t>
                      </a:r>
                      <a:endParaRPr sz="1100">
                        <a:latin typeface="Times New Roman"/>
                        <a:cs typeface="Times New Roman"/>
                      </a:endParaRPr>
                    </a:p>
                  </a:txBody>
                  <a:tcPr marL="0" marR="0" marT="6096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7620" algn="ctr">
                        <a:lnSpc>
                          <a:spcPct val="100000"/>
                        </a:lnSpc>
                        <a:spcBef>
                          <a:spcPts val="480"/>
                        </a:spcBef>
                      </a:pPr>
                      <a:r>
                        <a:rPr sz="1100" spc="-10" dirty="0">
                          <a:latin typeface="Times New Roman"/>
                          <a:cs typeface="Times New Roman"/>
                        </a:rPr>
                        <a:t>9876543210</a:t>
                      </a:r>
                      <a:endParaRPr sz="1100">
                        <a:latin typeface="Times New Roman"/>
                        <a:cs typeface="Times New Roman"/>
                      </a:endParaRPr>
                    </a:p>
                  </a:txBody>
                  <a:tcPr marL="0" marR="0" marT="6096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9850">
                        <a:lnSpc>
                          <a:spcPct val="100000"/>
                        </a:lnSpc>
                        <a:spcBef>
                          <a:spcPts val="480"/>
                        </a:spcBef>
                      </a:pPr>
                      <a:r>
                        <a:rPr sz="1100" spc="-20" dirty="0">
                          <a:latin typeface="Times New Roman"/>
                          <a:cs typeface="Times New Roman"/>
                        </a:rPr>
                        <a:t>Web</a:t>
                      </a:r>
                      <a:r>
                        <a:rPr sz="1100" spc="-5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100" dirty="0">
                          <a:latin typeface="Times New Roman"/>
                          <a:cs typeface="Times New Roman"/>
                        </a:rPr>
                        <a:t>Development</a:t>
                      </a:r>
                      <a:r>
                        <a:rPr sz="1100" spc="-5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100" spc="-10" dirty="0">
                          <a:latin typeface="Times New Roman"/>
                          <a:cs typeface="Times New Roman"/>
                        </a:rPr>
                        <a:t>Workshop</a:t>
                      </a:r>
                      <a:endParaRPr sz="1100">
                        <a:latin typeface="Times New Roman"/>
                        <a:cs typeface="Times New Roman"/>
                      </a:endParaRPr>
                    </a:p>
                  </a:txBody>
                  <a:tcPr marL="0" marR="0" marT="6096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270" algn="ctr">
                        <a:lnSpc>
                          <a:spcPct val="100000"/>
                        </a:lnSpc>
                        <a:spcBef>
                          <a:spcPts val="480"/>
                        </a:spcBef>
                      </a:pPr>
                      <a:r>
                        <a:rPr sz="1100" spc="-10" dirty="0">
                          <a:latin typeface="Times New Roman"/>
                          <a:cs typeface="Times New Roman"/>
                        </a:rPr>
                        <a:t>Offline</a:t>
                      </a:r>
                      <a:endParaRPr sz="1100">
                        <a:latin typeface="Times New Roman"/>
                        <a:cs typeface="Times New Roman"/>
                      </a:endParaRPr>
                    </a:p>
                  </a:txBody>
                  <a:tcPr marL="0" marR="0" marT="6096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8" name="object 8"/>
          <p:cNvSpPr/>
          <p:nvPr/>
        </p:nvSpPr>
        <p:spPr>
          <a:xfrm>
            <a:off x="660400" y="6572244"/>
            <a:ext cx="6502400" cy="0"/>
          </a:xfrm>
          <a:custGeom>
            <a:avLst/>
            <a:gdLst/>
            <a:ahLst/>
            <a:cxnLst/>
            <a:rect l="l" t="t" r="r" b="b"/>
            <a:pathLst>
              <a:path w="6502400">
                <a:moveTo>
                  <a:pt x="0" y="0"/>
                </a:moveTo>
                <a:lnTo>
                  <a:pt x="6502403" y="0"/>
                </a:lnTo>
              </a:path>
            </a:pathLst>
          </a:custGeom>
          <a:ln w="12699">
            <a:solidFill>
              <a:srgbClr val="878787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 txBox="1"/>
          <p:nvPr/>
        </p:nvSpPr>
        <p:spPr>
          <a:xfrm>
            <a:off x="575309" y="6765718"/>
            <a:ext cx="6341110" cy="2550160"/>
          </a:xfrm>
          <a:prstGeom prst="rect">
            <a:avLst/>
          </a:prstGeom>
        </p:spPr>
        <p:txBody>
          <a:bodyPr vert="horz" wrap="square" lIns="0" tIns="74930" rIns="0" bIns="0" rtlCol="0">
            <a:spAutoFit/>
          </a:bodyPr>
          <a:lstStyle/>
          <a:p>
            <a:pPr marL="50800">
              <a:lnSpc>
                <a:spcPct val="100000"/>
              </a:lnSpc>
              <a:spcBef>
                <a:spcPts val="590"/>
              </a:spcBef>
            </a:pPr>
            <a:r>
              <a:rPr sz="1700" b="1" dirty="0">
                <a:latin typeface="Times New Roman"/>
                <a:cs typeface="Times New Roman"/>
              </a:rPr>
              <a:t>3.4.</a:t>
            </a:r>
            <a:r>
              <a:rPr sz="1700" b="1" spc="-25" dirty="0">
                <a:latin typeface="Times New Roman"/>
                <a:cs typeface="Times New Roman"/>
              </a:rPr>
              <a:t> </a:t>
            </a:r>
            <a:r>
              <a:rPr sz="1700" b="1" dirty="0">
                <a:latin typeface="Times New Roman"/>
                <a:cs typeface="Times New Roman"/>
              </a:rPr>
              <a:t>Footer</a:t>
            </a:r>
            <a:r>
              <a:rPr sz="1700" b="1" spc="-25" dirty="0">
                <a:latin typeface="Times New Roman"/>
                <a:cs typeface="Times New Roman"/>
              </a:rPr>
              <a:t> </a:t>
            </a:r>
            <a:r>
              <a:rPr sz="1700" b="1" spc="-10" dirty="0">
                <a:latin typeface="Times New Roman"/>
                <a:cs typeface="Times New Roman"/>
              </a:rPr>
              <a:t>Section:</a:t>
            </a:r>
            <a:endParaRPr sz="17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spcBef>
                <a:spcPts val="350"/>
              </a:spcBef>
            </a:pPr>
            <a:r>
              <a:rPr sz="1200" i="1" dirty="0">
                <a:latin typeface="Times New Roman"/>
                <a:cs typeface="Times New Roman"/>
              </a:rPr>
              <a:t>(Add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contact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details,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support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information,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and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copyright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details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at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the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bottom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of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the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spc="-10" dirty="0">
                <a:latin typeface="Times New Roman"/>
                <a:cs typeface="Times New Roman"/>
              </a:rPr>
              <a:t>page.)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45"/>
              </a:spcBef>
            </a:pPr>
            <a:endParaRPr sz="1200">
              <a:latin typeface="Times New Roman"/>
              <a:cs typeface="Times New Roman"/>
            </a:endParaRPr>
          </a:p>
          <a:p>
            <a:pPr marL="113664">
              <a:lnSpc>
                <a:spcPct val="100000"/>
              </a:lnSpc>
              <a:spcBef>
                <a:spcPts val="5"/>
              </a:spcBef>
            </a:pPr>
            <a:r>
              <a:rPr sz="1300" b="1" spc="-10" dirty="0">
                <a:latin typeface="Times New Roman"/>
                <a:cs typeface="Times New Roman"/>
              </a:rPr>
              <a:t>Sample:</a:t>
            </a:r>
            <a:endParaRPr sz="1300">
              <a:latin typeface="Times New Roman"/>
              <a:cs typeface="Times New Roman"/>
            </a:endParaRPr>
          </a:p>
          <a:p>
            <a:pPr marL="679450">
              <a:lnSpc>
                <a:spcPct val="100000"/>
              </a:lnSpc>
              <a:spcBef>
                <a:spcPts val="1430"/>
              </a:spcBef>
            </a:pPr>
            <a:r>
              <a:rPr sz="1300" b="1" dirty="0">
                <a:latin typeface="Times New Roman"/>
                <a:cs typeface="Times New Roman"/>
              </a:rPr>
              <a:t>Contact</a:t>
            </a:r>
            <a:r>
              <a:rPr sz="1300" b="1" spc="-60" dirty="0">
                <a:latin typeface="Times New Roman"/>
                <a:cs typeface="Times New Roman"/>
              </a:rPr>
              <a:t> </a:t>
            </a:r>
            <a:r>
              <a:rPr sz="1300" b="1" dirty="0">
                <a:latin typeface="Times New Roman"/>
                <a:cs typeface="Times New Roman"/>
              </a:rPr>
              <a:t>Email:</a:t>
            </a:r>
            <a:r>
              <a:rPr sz="1300" b="1" spc="-60" dirty="0">
                <a:latin typeface="Times New Roman"/>
                <a:cs typeface="Times New Roman"/>
              </a:rPr>
              <a:t> </a:t>
            </a:r>
            <a:r>
              <a:rPr sz="1300" spc="-10" dirty="0">
                <a:latin typeface="Times New Roman"/>
                <a:cs typeface="Times New Roman"/>
                <a:hlinkClick r:id="rId5"/>
              </a:rPr>
              <a:t>events@abccollege.edu</a:t>
            </a:r>
            <a:endParaRPr sz="1300">
              <a:latin typeface="Times New Roman"/>
              <a:cs typeface="Times New Roman"/>
            </a:endParaRPr>
          </a:p>
          <a:p>
            <a:pPr marL="679450">
              <a:lnSpc>
                <a:spcPct val="100000"/>
              </a:lnSpc>
              <a:spcBef>
                <a:spcPts val="1135"/>
              </a:spcBef>
            </a:pPr>
            <a:r>
              <a:rPr sz="1300" b="1" dirty="0">
                <a:latin typeface="Times New Roman"/>
                <a:cs typeface="Times New Roman"/>
              </a:rPr>
              <a:t>Help</a:t>
            </a:r>
            <a:r>
              <a:rPr sz="1300" b="1" spc="-40" dirty="0">
                <a:latin typeface="Times New Roman"/>
                <a:cs typeface="Times New Roman"/>
              </a:rPr>
              <a:t> </a:t>
            </a:r>
            <a:r>
              <a:rPr sz="1300" b="1" dirty="0">
                <a:latin typeface="Times New Roman"/>
                <a:cs typeface="Times New Roman"/>
              </a:rPr>
              <a:t>Desk</a:t>
            </a:r>
            <a:r>
              <a:rPr sz="1300" b="1" spc="-35" dirty="0">
                <a:latin typeface="Times New Roman"/>
                <a:cs typeface="Times New Roman"/>
              </a:rPr>
              <a:t> </a:t>
            </a:r>
            <a:r>
              <a:rPr sz="1300" b="1" dirty="0">
                <a:latin typeface="Times New Roman"/>
                <a:cs typeface="Times New Roman"/>
              </a:rPr>
              <a:t>Number:</a:t>
            </a:r>
            <a:r>
              <a:rPr sz="1300" b="1" spc="-35" dirty="0">
                <a:latin typeface="Times New Roman"/>
                <a:cs typeface="Times New Roman"/>
              </a:rPr>
              <a:t> </a:t>
            </a:r>
            <a:r>
              <a:rPr sz="1300" dirty="0">
                <a:latin typeface="Times New Roman"/>
                <a:cs typeface="Times New Roman"/>
              </a:rPr>
              <a:t>+91</a:t>
            </a:r>
            <a:r>
              <a:rPr sz="1300" spc="-35" dirty="0">
                <a:latin typeface="Times New Roman"/>
                <a:cs typeface="Times New Roman"/>
              </a:rPr>
              <a:t> </a:t>
            </a:r>
            <a:r>
              <a:rPr sz="1300" dirty="0">
                <a:latin typeface="Times New Roman"/>
                <a:cs typeface="Times New Roman"/>
              </a:rPr>
              <a:t>94444</a:t>
            </a:r>
            <a:r>
              <a:rPr sz="1300" spc="-35" dirty="0">
                <a:latin typeface="Times New Roman"/>
                <a:cs typeface="Times New Roman"/>
              </a:rPr>
              <a:t> </a:t>
            </a:r>
            <a:r>
              <a:rPr sz="1300" spc="-10" dirty="0">
                <a:latin typeface="Times New Roman"/>
                <a:cs typeface="Times New Roman"/>
              </a:rPr>
              <a:t>12345</a:t>
            </a:r>
            <a:endParaRPr sz="1300">
              <a:latin typeface="Times New Roman"/>
              <a:cs typeface="Times New Roman"/>
            </a:endParaRPr>
          </a:p>
          <a:p>
            <a:pPr marL="679450">
              <a:lnSpc>
                <a:spcPct val="100000"/>
              </a:lnSpc>
              <a:spcBef>
                <a:spcPts val="1130"/>
              </a:spcBef>
            </a:pPr>
            <a:r>
              <a:rPr sz="1300" b="1" dirty="0">
                <a:latin typeface="Times New Roman"/>
                <a:cs typeface="Times New Roman"/>
              </a:rPr>
              <a:t>Support</a:t>
            </a:r>
            <a:r>
              <a:rPr sz="1300" b="1" spc="-20" dirty="0">
                <a:latin typeface="Times New Roman"/>
                <a:cs typeface="Times New Roman"/>
              </a:rPr>
              <a:t> </a:t>
            </a:r>
            <a:r>
              <a:rPr sz="1300" b="1" spc="-10" dirty="0">
                <a:latin typeface="Times New Roman"/>
                <a:cs typeface="Times New Roman"/>
              </a:rPr>
              <a:t>Timings:</a:t>
            </a:r>
            <a:r>
              <a:rPr sz="1300" b="1" spc="-20" dirty="0">
                <a:latin typeface="Times New Roman"/>
                <a:cs typeface="Times New Roman"/>
              </a:rPr>
              <a:t> </a:t>
            </a:r>
            <a:r>
              <a:rPr sz="1300" dirty="0">
                <a:latin typeface="Times New Roman"/>
                <a:cs typeface="Times New Roman"/>
              </a:rPr>
              <a:t>9:00</a:t>
            </a:r>
            <a:r>
              <a:rPr sz="1300" spc="-20" dirty="0">
                <a:latin typeface="Times New Roman"/>
                <a:cs typeface="Times New Roman"/>
              </a:rPr>
              <a:t> </a:t>
            </a:r>
            <a:r>
              <a:rPr sz="1300" dirty="0">
                <a:latin typeface="Times New Roman"/>
                <a:cs typeface="Times New Roman"/>
              </a:rPr>
              <a:t>AM</a:t>
            </a:r>
            <a:r>
              <a:rPr sz="1300" spc="-20" dirty="0">
                <a:latin typeface="Times New Roman"/>
                <a:cs typeface="Times New Roman"/>
              </a:rPr>
              <a:t> </a:t>
            </a:r>
            <a:r>
              <a:rPr sz="1300" dirty="0">
                <a:latin typeface="Times New Roman"/>
                <a:cs typeface="Times New Roman"/>
              </a:rPr>
              <a:t>–</a:t>
            </a:r>
            <a:r>
              <a:rPr sz="1300" spc="-20" dirty="0">
                <a:latin typeface="Times New Roman"/>
                <a:cs typeface="Times New Roman"/>
              </a:rPr>
              <a:t> </a:t>
            </a:r>
            <a:r>
              <a:rPr sz="1300" dirty="0">
                <a:latin typeface="Times New Roman"/>
                <a:cs typeface="Times New Roman"/>
              </a:rPr>
              <a:t>4:30</a:t>
            </a:r>
            <a:r>
              <a:rPr sz="1300" spc="-20" dirty="0">
                <a:latin typeface="Times New Roman"/>
                <a:cs typeface="Times New Roman"/>
              </a:rPr>
              <a:t> </a:t>
            </a:r>
            <a:r>
              <a:rPr sz="1300" dirty="0">
                <a:latin typeface="Times New Roman"/>
                <a:cs typeface="Times New Roman"/>
              </a:rPr>
              <a:t>PM</a:t>
            </a:r>
            <a:r>
              <a:rPr sz="1300" spc="-20" dirty="0">
                <a:latin typeface="Times New Roman"/>
                <a:cs typeface="Times New Roman"/>
              </a:rPr>
              <a:t> (Working </a:t>
            </a:r>
            <a:r>
              <a:rPr sz="1300" dirty="0">
                <a:latin typeface="Times New Roman"/>
                <a:cs typeface="Times New Roman"/>
              </a:rPr>
              <a:t>Days</a:t>
            </a:r>
            <a:r>
              <a:rPr sz="1300" spc="-20" dirty="0">
                <a:latin typeface="Times New Roman"/>
                <a:cs typeface="Times New Roman"/>
              </a:rPr>
              <a:t> </a:t>
            </a:r>
            <a:r>
              <a:rPr sz="1300" spc="-10" dirty="0">
                <a:latin typeface="Times New Roman"/>
                <a:cs typeface="Times New Roman"/>
              </a:rPr>
              <a:t>Only)</a:t>
            </a:r>
            <a:endParaRPr sz="1300">
              <a:latin typeface="Times New Roman"/>
              <a:cs typeface="Times New Roman"/>
            </a:endParaRPr>
          </a:p>
          <a:p>
            <a:pPr marL="679450" marR="5080">
              <a:lnSpc>
                <a:spcPts val="1490"/>
              </a:lnSpc>
              <a:spcBef>
                <a:spcPts val="1245"/>
              </a:spcBef>
            </a:pPr>
            <a:r>
              <a:rPr sz="1300" b="1" spc="-10" dirty="0">
                <a:latin typeface="Times New Roman"/>
                <a:cs typeface="Times New Roman"/>
              </a:rPr>
              <a:t>Copyright:</a:t>
            </a:r>
            <a:r>
              <a:rPr sz="1300" spc="-10" dirty="0">
                <a:latin typeface="Times New Roman"/>
                <a:cs typeface="Times New Roman"/>
              </a:rPr>
              <a:t>©</a:t>
            </a:r>
            <a:r>
              <a:rPr sz="1300" spc="-40" dirty="0">
                <a:latin typeface="Times New Roman"/>
                <a:cs typeface="Times New Roman"/>
              </a:rPr>
              <a:t> </a:t>
            </a:r>
            <a:r>
              <a:rPr sz="1300" dirty="0">
                <a:latin typeface="Times New Roman"/>
                <a:cs typeface="Times New Roman"/>
              </a:rPr>
              <a:t>2026</a:t>
            </a:r>
            <a:r>
              <a:rPr sz="1300" spc="-40" dirty="0">
                <a:latin typeface="Times New Roman"/>
                <a:cs typeface="Times New Roman"/>
              </a:rPr>
              <a:t> </a:t>
            </a:r>
            <a:r>
              <a:rPr sz="1300" dirty="0">
                <a:latin typeface="Times New Roman"/>
                <a:cs typeface="Times New Roman"/>
              </a:rPr>
              <a:t>Department</a:t>
            </a:r>
            <a:r>
              <a:rPr sz="1300" spc="-40" dirty="0">
                <a:latin typeface="Times New Roman"/>
                <a:cs typeface="Times New Roman"/>
              </a:rPr>
              <a:t> </a:t>
            </a:r>
            <a:r>
              <a:rPr sz="1300" dirty="0">
                <a:latin typeface="Times New Roman"/>
                <a:cs typeface="Times New Roman"/>
              </a:rPr>
              <a:t>of</a:t>
            </a:r>
            <a:r>
              <a:rPr sz="1300" spc="-40" dirty="0">
                <a:latin typeface="Times New Roman"/>
                <a:cs typeface="Times New Roman"/>
              </a:rPr>
              <a:t> </a:t>
            </a:r>
            <a:r>
              <a:rPr sz="1300" dirty="0">
                <a:latin typeface="Times New Roman"/>
                <a:cs typeface="Times New Roman"/>
              </a:rPr>
              <a:t>Computer</a:t>
            </a:r>
            <a:r>
              <a:rPr sz="1300" spc="-35" dirty="0">
                <a:latin typeface="Times New Roman"/>
                <a:cs typeface="Times New Roman"/>
              </a:rPr>
              <a:t> </a:t>
            </a:r>
            <a:r>
              <a:rPr sz="1300" dirty="0">
                <a:latin typeface="Times New Roman"/>
                <a:cs typeface="Times New Roman"/>
              </a:rPr>
              <a:t>Science,</a:t>
            </a:r>
            <a:r>
              <a:rPr sz="1300" spc="-40" dirty="0">
                <a:latin typeface="Times New Roman"/>
                <a:cs typeface="Times New Roman"/>
              </a:rPr>
              <a:t> </a:t>
            </a:r>
            <a:r>
              <a:rPr sz="1300" dirty="0">
                <a:latin typeface="Times New Roman"/>
                <a:cs typeface="Times New Roman"/>
              </a:rPr>
              <a:t>ABC</a:t>
            </a:r>
            <a:r>
              <a:rPr sz="1300" spc="-40" dirty="0">
                <a:latin typeface="Times New Roman"/>
                <a:cs typeface="Times New Roman"/>
              </a:rPr>
              <a:t> </a:t>
            </a:r>
            <a:r>
              <a:rPr sz="1300" dirty="0">
                <a:latin typeface="Times New Roman"/>
                <a:cs typeface="Times New Roman"/>
              </a:rPr>
              <a:t>Engineering</a:t>
            </a:r>
            <a:r>
              <a:rPr sz="1300" spc="-40" dirty="0">
                <a:latin typeface="Times New Roman"/>
                <a:cs typeface="Times New Roman"/>
              </a:rPr>
              <a:t> </a:t>
            </a:r>
            <a:r>
              <a:rPr sz="1300" dirty="0">
                <a:latin typeface="Times New Roman"/>
                <a:cs typeface="Times New Roman"/>
              </a:rPr>
              <a:t>College.</a:t>
            </a:r>
            <a:r>
              <a:rPr sz="1300" spc="-40" dirty="0">
                <a:latin typeface="Times New Roman"/>
                <a:cs typeface="Times New Roman"/>
              </a:rPr>
              <a:t> </a:t>
            </a:r>
            <a:r>
              <a:rPr sz="1300" spc="-25" dirty="0">
                <a:latin typeface="Times New Roman"/>
                <a:cs typeface="Times New Roman"/>
              </a:rPr>
              <a:t>All </a:t>
            </a:r>
            <a:r>
              <a:rPr sz="1300" dirty="0">
                <a:latin typeface="Times New Roman"/>
                <a:cs typeface="Times New Roman"/>
              </a:rPr>
              <a:t>Rights</a:t>
            </a:r>
            <a:r>
              <a:rPr sz="1300" spc="-35" dirty="0">
                <a:latin typeface="Times New Roman"/>
                <a:cs typeface="Times New Roman"/>
              </a:rPr>
              <a:t> </a:t>
            </a:r>
            <a:r>
              <a:rPr sz="1300" spc="-10" dirty="0">
                <a:latin typeface="Times New Roman"/>
                <a:cs typeface="Times New Roman"/>
              </a:rPr>
              <a:t>Reserved.</a:t>
            </a:r>
            <a:endParaRPr sz="1300">
              <a:latin typeface="Times New Roman"/>
              <a:cs typeface="Times New Roman"/>
            </a:endParaRPr>
          </a:p>
        </p:txBody>
      </p:sp>
      <p:pic>
        <p:nvPicPr>
          <p:cNvPr id="10" name="object 10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683259" y="361950"/>
            <a:ext cx="1495425" cy="371475"/>
          </a:xfrm>
          <a:prstGeom prst="rect">
            <a:avLst/>
          </a:prstGeom>
        </p:spPr>
      </p:pic>
      <p:pic>
        <p:nvPicPr>
          <p:cNvPr id="11" name="object 11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2569210" y="342900"/>
            <a:ext cx="1009650" cy="5715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779134" y="689594"/>
            <a:ext cx="1076324" cy="400050"/>
          </a:xfrm>
          <a:prstGeom prst="rect">
            <a:avLst/>
          </a:prstGeom>
        </p:spPr>
      </p:pic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816984" y="670544"/>
            <a:ext cx="1000125" cy="438150"/>
          </a:xfrm>
          <a:prstGeom prst="rect">
            <a:avLst/>
          </a:prstGeom>
        </p:spPr>
      </p:pic>
      <p:sp>
        <p:nvSpPr>
          <p:cNvPr id="4" name="object 4"/>
          <p:cNvSpPr/>
          <p:nvPr/>
        </p:nvSpPr>
        <p:spPr>
          <a:xfrm>
            <a:off x="660400" y="2279655"/>
            <a:ext cx="6502400" cy="0"/>
          </a:xfrm>
          <a:custGeom>
            <a:avLst/>
            <a:gdLst/>
            <a:ahLst/>
            <a:cxnLst/>
            <a:rect l="l" t="t" r="r" b="b"/>
            <a:pathLst>
              <a:path w="6502400">
                <a:moveTo>
                  <a:pt x="0" y="0"/>
                </a:moveTo>
                <a:lnTo>
                  <a:pt x="6502403" y="0"/>
                </a:lnTo>
              </a:path>
            </a:pathLst>
          </a:custGeom>
          <a:ln w="12699">
            <a:solidFill>
              <a:srgbClr val="878787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/>
          <p:nvPr/>
        </p:nvSpPr>
        <p:spPr>
          <a:xfrm>
            <a:off x="660400" y="3486155"/>
            <a:ext cx="6502400" cy="0"/>
          </a:xfrm>
          <a:custGeom>
            <a:avLst/>
            <a:gdLst/>
            <a:ahLst/>
            <a:cxnLst/>
            <a:rect l="l" t="t" r="r" b="b"/>
            <a:pathLst>
              <a:path w="6502400">
                <a:moveTo>
                  <a:pt x="0" y="0"/>
                </a:moveTo>
                <a:lnTo>
                  <a:pt x="6502403" y="0"/>
                </a:lnTo>
              </a:path>
            </a:pathLst>
          </a:custGeom>
          <a:ln w="12699">
            <a:solidFill>
              <a:srgbClr val="878787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660400" y="4832355"/>
            <a:ext cx="6502400" cy="0"/>
          </a:xfrm>
          <a:custGeom>
            <a:avLst/>
            <a:gdLst/>
            <a:ahLst/>
            <a:cxnLst/>
            <a:rect l="l" t="t" r="r" b="b"/>
            <a:pathLst>
              <a:path w="6502400">
                <a:moveTo>
                  <a:pt x="0" y="0"/>
                </a:moveTo>
                <a:lnTo>
                  <a:pt x="6502403" y="0"/>
                </a:lnTo>
              </a:path>
            </a:pathLst>
          </a:custGeom>
          <a:ln w="12699">
            <a:solidFill>
              <a:srgbClr val="878787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660400" y="6026155"/>
            <a:ext cx="6502400" cy="0"/>
          </a:xfrm>
          <a:custGeom>
            <a:avLst/>
            <a:gdLst/>
            <a:ahLst/>
            <a:cxnLst/>
            <a:rect l="l" t="t" r="r" b="b"/>
            <a:pathLst>
              <a:path w="6502400">
                <a:moveTo>
                  <a:pt x="0" y="0"/>
                </a:moveTo>
                <a:lnTo>
                  <a:pt x="6502403" y="0"/>
                </a:lnTo>
              </a:path>
            </a:pathLst>
          </a:custGeom>
          <a:ln w="12699">
            <a:solidFill>
              <a:srgbClr val="878787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 txBox="1"/>
          <p:nvPr/>
        </p:nvSpPr>
        <p:spPr>
          <a:xfrm>
            <a:off x="565710" y="1243773"/>
            <a:ext cx="5901055" cy="5688965"/>
          </a:xfrm>
          <a:prstGeom prst="rect">
            <a:avLst/>
          </a:prstGeom>
        </p:spPr>
        <p:txBody>
          <a:bodyPr vert="horz" wrap="square" lIns="0" tIns="148590" rIns="0" bIns="0" rtlCol="0">
            <a:spAutoFit/>
          </a:bodyPr>
          <a:lstStyle/>
          <a:p>
            <a:pPr marL="230504" indent="-222250">
              <a:lnSpc>
                <a:spcPct val="100000"/>
              </a:lnSpc>
              <a:spcBef>
                <a:spcPts val="1170"/>
              </a:spcBef>
              <a:buClr>
                <a:srgbClr val="3C78D8"/>
              </a:buClr>
              <a:buSzPct val="95652"/>
              <a:buFont typeface="Times New Roman"/>
              <a:buAutoNum type="arabicPeriod" startAt="4"/>
              <a:tabLst>
                <a:tab pos="230504" algn="l"/>
              </a:tabLst>
            </a:pPr>
            <a:r>
              <a:rPr sz="2300" b="1" dirty="0">
                <a:solidFill>
                  <a:srgbClr val="3C78D8"/>
                </a:solidFill>
                <a:latin typeface="Times New Roman"/>
                <a:cs typeface="Times New Roman"/>
              </a:rPr>
              <a:t>Implementation</a:t>
            </a:r>
            <a:r>
              <a:rPr sz="2300" b="1" spc="-100" dirty="0">
                <a:solidFill>
                  <a:srgbClr val="3C78D8"/>
                </a:solidFill>
                <a:latin typeface="Times New Roman"/>
                <a:cs typeface="Times New Roman"/>
              </a:rPr>
              <a:t> </a:t>
            </a:r>
            <a:r>
              <a:rPr sz="2300" b="1" spc="-10" dirty="0">
                <a:solidFill>
                  <a:srgbClr val="3C78D8"/>
                </a:solidFill>
                <a:latin typeface="Times New Roman"/>
                <a:cs typeface="Times New Roman"/>
              </a:rPr>
              <a:t>Steps:</a:t>
            </a:r>
            <a:endParaRPr sz="2300">
              <a:latin typeface="Times New Roman"/>
              <a:cs typeface="Times New Roman"/>
            </a:endParaRPr>
          </a:p>
          <a:p>
            <a:pPr marL="22225">
              <a:lnSpc>
                <a:spcPct val="100000"/>
              </a:lnSpc>
              <a:spcBef>
                <a:spcPts val="555"/>
              </a:spcBef>
            </a:pPr>
            <a:r>
              <a:rPr sz="1200" i="1" dirty="0">
                <a:latin typeface="Times New Roman"/>
                <a:cs typeface="Times New Roman"/>
              </a:rPr>
              <a:t>(Explain</a:t>
            </a:r>
            <a:r>
              <a:rPr sz="1200" i="1" spc="-3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the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spc="-10" dirty="0">
                <a:latin typeface="Times New Roman"/>
                <a:cs typeface="Times New Roman"/>
              </a:rPr>
              <a:t>step-by-</a:t>
            </a:r>
            <a:r>
              <a:rPr sz="1200" i="1" dirty="0">
                <a:latin typeface="Times New Roman"/>
                <a:cs typeface="Times New Roman"/>
              </a:rPr>
              <a:t>step</a:t>
            </a:r>
            <a:r>
              <a:rPr sz="1200" i="1" spc="-3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process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followed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to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develop</a:t>
            </a:r>
            <a:r>
              <a:rPr sz="1200" i="1" spc="-3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the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project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spc="-25" dirty="0">
                <a:latin typeface="Times New Roman"/>
                <a:cs typeface="Times New Roman"/>
              </a:rPr>
              <a:t>.)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</a:pP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1130"/>
              </a:spcBef>
            </a:pPr>
            <a:endParaRPr sz="1200">
              <a:latin typeface="Times New Roman"/>
              <a:cs typeface="Times New Roman"/>
            </a:endParaRPr>
          </a:p>
          <a:p>
            <a:pPr marL="351155" indent="-290830">
              <a:lnSpc>
                <a:spcPct val="100000"/>
              </a:lnSpc>
              <a:buClr>
                <a:srgbClr val="3C78D8"/>
              </a:buClr>
              <a:buSzPct val="95652"/>
              <a:buFont typeface="Times New Roman"/>
              <a:buAutoNum type="arabicPeriod" startAt="5"/>
              <a:tabLst>
                <a:tab pos="351155" algn="l"/>
              </a:tabLst>
            </a:pPr>
            <a:r>
              <a:rPr sz="2300" b="1" spc="-25" dirty="0">
                <a:solidFill>
                  <a:srgbClr val="3C78D8"/>
                </a:solidFill>
                <a:latin typeface="Times New Roman"/>
                <a:cs typeface="Times New Roman"/>
              </a:rPr>
              <a:t>Technologies</a:t>
            </a:r>
            <a:r>
              <a:rPr sz="2300" b="1" spc="-30" dirty="0">
                <a:solidFill>
                  <a:srgbClr val="3C78D8"/>
                </a:solidFill>
                <a:latin typeface="Times New Roman"/>
                <a:cs typeface="Times New Roman"/>
              </a:rPr>
              <a:t> </a:t>
            </a:r>
            <a:r>
              <a:rPr sz="2300" b="1" spc="-20" dirty="0">
                <a:solidFill>
                  <a:srgbClr val="3C78D8"/>
                </a:solidFill>
                <a:latin typeface="Times New Roman"/>
                <a:cs typeface="Times New Roman"/>
              </a:rPr>
              <a:t>Used:</a:t>
            </a:r>
            <a:endParaRPr sz="2300">
              <a:latin typeface="Times New Roman"/>
              <a:cs typeface="Times New Roman"/>
            </a:endParaRPr>
          </a:p>
          <a:p>
            <a:pPr marL="22225">
              <a:lnSpc>
                <a:spcPct val="100000"/>
              </a:lnSpc>
              <a:spcBef>
                <a:spcPts val="1225"/>
              </a:spcBef>
            </a:pPr>
            <a:r>
              <a:rPr sz="1200" i="1" dirty="0">
                <a:latin typeface="Times New Roman"/>
                <a:cs typeface="Times New Roman"/>
              </a:rPr>
              <a:t>(Mention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the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technologies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used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to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build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the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project</a:t>
            </a:r>
            <a:r>
              <a:rPr sz="1200" i="1" spc="254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with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code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(HTML,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CSS,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spc="-10" dirty="0">
                <a:latin typeface="Times New Roman"/>
                <a:cs typeface="Times New Roman"/>
              </a:rPr>
              <a:t>JavaScript)).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</a:pP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1130"/>
              </a:spcBef>
            </a:pPr>
            <a:endParaRPr sz="1200">
              <a:latin typeface="Times New Roman"/>
              <a:cs typeface="Times New Roman"/>
            </a:endParaRPr>
          </a:p>
          <a:p>
            <a:pPr marL="230504" indent="-222250">
              <a:lnSpc>
                <a:spcPct val="100000"/>
              </a:lnSpc>
              <a:buSzPct val="95652"/>
              <a:buAutoNum type="arabicPeriod" startAt="6"/>
              <a:tabLst>
                <a:tab pos="230504" algn="l"/>
              </a:tabLst>
            </a:pPr>
            <a:r>
              <a:rPr sz="2300" b="1" spc="-10" dirty="0">
                <a:solidFill>
                  <a:srgbClr val="3C78D8"/>
                </a:solidFill>
                <a:latin typeface="Times New Roman"/>
                <a:cs typeface="Times New Roman"/>
              </a:rPr>
              <a:t>Output:</a:t>
            </a:r>
            <a:endParaRPr sz="2300">
              <a:latin typeface="Times New Roman"/>
              <a:cs typeface="Times New Roman"/>
            </a:endParaRPr>
          </a:p>
          <a:p>
            <a:pPr marL="60325" marR="5080">
              <a:lnSpc>
                <a:spcPts val="1380"/>
              </a:lnSpc>
              <a:spcBef>
                <a:spcPts val="1380"/>
              </a:spcBef>
            </a:pPr>
            <a:r>
              <a:rPr sz="1200" i="1" dirty="0">
                <a:latin typeface="Times New Roman"/>
                <a:cs typeface="Times New Roman"/>
              </a:rPr>
              <a:t>(Attach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spc="-10" dirty="0">
                <a:latin typeface="Times New Roman"/>
                <a:cs typeface="Times New Roman"/>
              </a:rPr>
              <a:t>screenshots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showing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the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final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working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output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of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the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application,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including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the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form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spc="-25" dirty="0">
                <a:latin typeface="Times New Roman"/>
                <a:cs typeface="Times New Roman"/>
              </a:rPr>
              <a:t>and </a:t>
            </a:r>
            <a:r>
              <a:rPr sz="1200" i="1" dirty="0">
                <a:latin typeface="Times New Roman"/>
                <a:cs typeface="Times New Roman"/>
              </a:rPr>
              <a:t>participants</a:t>
            </a:r>
            <a:r>
              <a:rPr sz="1200" i="1" spc="-60" dirty="0">
                <a:latin typeface="Times New Roman"/>
                <a:cs typeface="Times New Roman"/>
              </a:rPr>
              <a:t> </a:t>
            </a:r>
            <a:r>
              <a:rPr sz="1200" i="1" spc="-10" dirty="0">
                <a:latin typeface="Times New Roman"/>
                <a:cs typeface="Times New Roman"/>
              </a:rPr>
              <a:t>table.)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</a:pP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980"/>
              </a:spcBef>
            </a:pPr>
            <a:endParaRPr sz="1200">
              <a:latin typeface="Times New Roman"/>
              <a:cs typeface="Times New Roman"/>
            </a:endParaRPr>
          </a:p>
          <a:p>
            <a:pPr marL="278130" indent="-222250">
              <a:lnSpc>
                <a:spcPct val="100000"/>
              </a:lnSpc>
              <a:buClr>
                <a:srgbClr val="3C78D8"/>
              </a:buClr>
              <a:buSzPct val="95652"/>
              <a:buFont typeface="Times New Roman"/>
              <a:buAutoNum type="arabicPeriod" startAt="7"/>
              <a:tabLst>
                <a:tab pos="278130" algn="l"/>
              </a:tabLst>
            </a:pPr>
            <a:r>
              <a:rPr sz="2300" b="1" dirty="0">
                <a:solidFill>
                  <a:srgbClr val="3C78D8"/>
                </a:solidFill>
                <a:latin typeface="Times New Roman"/>
                <a:cs typeface="Times New Roman"/>
              </a:rPr>
              <a:t>Learning</a:t>
            </a:r>
            <a:r>
              <a:rPr sz="2300" b="1" spc="-80" dirty="0">
                <a:solidFill>
                  <a:srgbClr val="3C78D8"/>
                </a:solidFill>
                <a:latin typeface="Times New Roman"/>
                <a:cs typeface="Times New Roman"/>
              </a:rPr>
              <a:t> </a:t>
            </a:r>
            <a:r>
              <a:rPr sz="2300" b="1" spc="-10" dirty="0">
                <a:solidFill>
                  <a:srgbClr val="3C78D8"/>
                </a:solidFill>
                <a:latin typeface="Times New Roman"/>
                <a:cs typeface="Times New Roman"/>
              </a:rPr>
              <a:t>Outcome:</a:t>
            </a:r>
            <a:endParaRPr sz="2300">
              <a:latin typeface="Times New Roman"/>
              <a:cs typeface="Times New Roman"/>
            </a:endParaRPr>
          </a:p>
          <a:p>
            <a:pPr marL="60325">
              <a:lnSpc>
                <a:spcPct val="100000"/>
              </a:lnSpc>
              <a:spcBef>
                <a:spcPts val="1335"/>
              </a:spcBef>
            </a:pPr>
            <a:r>
              <a:rPr sz="1200" i="1" dirty="0">
                <a:latin typeface="Times New Roman"/>
                <a:cs typeface="Times New Roman"/>
              </a:rPr>
              <a:t>(Explain</a:t>
            </a:r>
            <a:r>
              <a:rPr sz="1200" i="1" spc="-3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the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skills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and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knowledge</a:t>
            </a:r>
            <a:r>
              <a:rPr sz="1200" i="1" spc="-3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gained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from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completing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this</a:t>
            </a:r>
            <a:r>
              <a:rPr sz="1200" i="1" spc="-35" dirty="0">
                <a:latin typeface="Times New Roman"/>
                <a:cs typeface="Times New Roman"/>
              </a:rPr>
              <a:t> </a:t>
            </a:r>
            <a:r>
              <a:rPr sz="1200" i="1" spc="-10" dirty="0">
                <a:latin typeface="Times New Roman"/>
                <a:cs typeface="Times New Roman"/>
              </a:rPr>
              <a:t>assignment.)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</a:pP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1265"/>
              </a:spcBef>
            </a:pPr>
            <a:endParaRPr sz="1200">
              <a:latin typeface="Times New Roman"/>
              <a:cs typeface="Times New Roman"/>
            </a:endParaRPr>
          </a:p>
          <a:p>
            <a:pPr marL="332105" indent="-290830">
              <a:lnSpc>
                <a:spcPct val="100000"/>
              </a:lnSpc>
              <a:spcBef>
                <a:spcPts val="5"/>
              </a:spcBef>
              <a:buClr>
                <a:srgbClr val="3C78D8"/>
              </a:buClr>
              <a:buSzPct val="95652"/>
              <a:buFont typeface="Times New Roman"/>
              <a:buAutoNum type="arabicPeriod" startAt="8"/>
              <a:tabLst>
                <a:tab pos="332105" algn="l"/>
              </a:tabLst>
            </a:pPr>
            <a:r>
              <a:rPr sz="2300" b="1" spc="-10" dirty="0">
                <a:solidFill>
                  <a:srgbClr val="3C78D8"/>
                </a:solidFill>
                <a:latin typeface="Times New Roman"/>
                <a:cs typeface="Times New Roman"/>
              </a:rPr>
              <a:t>Conclusion:</a:t>
            </a:r>
            <a:endParaRPr sz="2300">
              <a:latin typeface="Times New Roman"/>
              <a:cs typeface="Times New Roman"/>
            </a:endParaRPr>
          </a:p>
          <a:p>
            <a:pPr marL="60325">
              <a:lnSpc>
                <a:spcPct val="100000"/>
              </a:lnSpc>
              <a:spcBef>
                <a:spcPts val="1155"/>
              </a:spcBef>
            </a:pPr>
            <a:r>
              <a:rPr sz="1200" i="1" dirty="0">
                <a:latin typeface="Times New Roman"/>
                <a:cs typeface="Times New Roman"/>
              </a:rPr>
              <a:t>(Summarize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the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project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and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briefly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describe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the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final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spc="-10" dirty="0">
                <a:latin typeface="Times New Roman"/>
                <a:cs typeface="Times New Roman"/>
              </a:rPr>
              <a:t>outcome.)</a:t>
            </a:r>
            <a:endParaRPr sz="1200">
              <a:latin typeface="Times New Roman"/>
              <a:cs typeface="Times New Roman"/>
            </a:endParaRPr>
          </a:p>
        </p:txBody>
      </p:sp>
      <p:pic>
        <p:nvPicPr>
          <p:cNvPr id="9" name="object 9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378459" y="689594"/>
            <a:ext cx="1495425" cy="371475"/>
          </a:xfrm>
          <a:prstGeom prst="rect">
            <a:avLst/>
          </a:prstGeom>
        </p:spPr>
      </p:pic>
      <p:pic>
        <p:nvPicPr>
          <p:cNvPr id="10" name="object 10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2283460" y="670544"/>
            <a:ext cx="1009650" cy="5715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00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</TotalTime>
  <Words>497</Words>
  <Application>Microsoft Office PowerPoint</Application>
  <PresentationFormat>Custom</PresentationFormat>
  <Paragraphs>92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Times New Roman</vt:lpstr>
      <vt:lpstr>Office Theme</vt:lpstr>
      <vt:lpstr>FRONT-END DEVELOPMENT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Assignment 1.docx</dc:title>
  <cp:lastModifiedBy>S0805844</cp:lastModifiedBy>
  <cp:revision>1</cp:revision>
  <dcterms:created xsi:type="dcterms:W3CDTF">2026-03-04T05:00:28Z</dcterms:created>
  <dcterms:modified xsi:type="dcterms:W3CDTF">2026-03-04T15:43:19Z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2026-03-04T00:00:00Z</vt:filetime>
  </property>
  <property fmtid="{D5CDD505-2E9C-101B-9397-08002B2CF9AE}" pid="3" name="LastSaved">
    <vt:filetime>2026-03-04T00:00:00Z</vt:filetime>
  </property>
  <property fmtid="{D5CDD505-2E9C-101B-9397-08002B2CF9AE}" pid="4" name="Producer">
    <vt:lpwstr>3-Heights(TM) PDF Security Shell 4.8.25.2 (http://www.pdf-tools.com)</vt:lpwstr>
  </property>
</Properties>
</file>