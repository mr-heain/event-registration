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926" autoAdjust="0"/>
    <p:restoredTop sz="94660"/>
  </p:normalViewPr>
  <p:slideViewPr>
    <p:cSldViewPr>
      <p:cViewPr>
        <p:scale>
          <a:sx n="68" d="100"/>
          <a:sy n="68" d="100"/>
        </p:scale>
        <p:origin x="2298" y="-82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1369" y="5085714"/>
            <a:ext cx="6402705" cy="20320"/>
            <a:chOff x="801369" y="5085714"/>
            <a:chExt cx="6402705" cy="20320"/>
          </a:xfrm>
        </p:grpSpPr>
        <p:sp>
          <p:nvSpPr>
            <p:cNvPr id="3" name="object 3"/>
            <p:cNvSpPr/>
            <p:nvPr/>
          </p:nvSpPr>
          <p:spPr>
            <a:xfrm>
              <a:off x="801370" y="508571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0862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0862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0892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029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029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61796" y="1150365"/>
            <a:ext cx="6435090" cy="470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0185" algn="ctr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latin typeface="Times New Roman"/>
                <a:cs typeface="Times New Roman"/>
              </a:rPr>
              <a:t>FRONT-</a:t>
            </a:r>
            <a:r>
              <a:rPr sz="1600" b="1" dirty="0">
                <a:latin typeface="Times New Roman"/>
                <a:cs typeface="Times New Roman"/>
              </a:rPr>
              <a:t>END</a:t>
            </a:r>
            <a:r>
              <a:rPr sz="1600" b="1" spc="5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DEVELOPMENT</a:t>
            </a: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R="211454" algn="ctr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ASSIGNMENT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2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TEMPLATE</a:t>
            </a: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YEAR:</a:t>
            </a:r>
            <a:r>
              <a:rPr lang="en-US" sz="1200" b="1" spc="-10" dirty="0">
                <a:latin typeface="Times New Roman"/>
                <a:cs typeface="Times New Roman"/>
              </a:rPr>
              <a:t> II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40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 1455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Science ,</a:t>
            </a:r>
            <a:r>
              <a:rPr lang="en-US" sz="1200" b="1" spc="-20" dirty="0" err="1">
                <a:latin typeface="Times New Roman"/>
                <a:cs typeface="Times New Roman"/>
              </a:rPr>
              <a:t>Chrompet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93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222407723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25"/>
              </a:spcBef>
            </a:pPr>
            <a:r>
              <a:rPr sz="1200" b="1" spc="-10">
                <a:latin typeface="Times New Roman"/>
                <a:cs typeface="Times New Roman"/>
              </a:rPr>
              <a:t>NMID:</a:t>
            </a:r>
            <a:r>
              <a:rPr lang="en-US" sz="1200" b="1" spc="-10">
                <a:latin typeface="Times New Roman"/>
                <a:cs typeface="Times New Roman"/>
              </a:rPr>
              <a:t> </a:t>
            </a:r>
            <a:r>
              <a:rPr lang="en-IN" sz="1200" b="1" spc="-10">
                <a:latin typeface="Times New Roman"/>
                <a:cs typeface="Times New Roman"/>
              </a:rPr>
              <a:t>614D89761591EB584744FC4BCEE6FE5F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06/03/2026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2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7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2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Statement:</a:t>
            </a:r>
            <a:endParaRPr sz="1400" dirty="0">
              <a:latin typeface="Times New Roman"/>
              <a:cs typeface="Times New Roman"/>
            </a:endParaRPr>
          </a:p>
          <a:p>
            <a:pPr marL="137160" marR="5080">
              <a:lnSpc>
                <a:spcPts val="1380"/>
              </a:lnSpc>
              <a:spcBef>
                <a:spcPts val="84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explains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need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created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10" dirty="0">
                <a:latin typeface="Times New Roman"/>
                <a:cs typeface="Times New Roman"/>
              </a:rPr>
              <a:t> Assignment-</a:t>
            </a:r>
            <a:r>
              <a:rPr sz="1200" i="1" dirty="0">
                <a:latin typeface="Times New Roman"/>
                <a:cs typeface="Times New Roman"/>
              </a:rPr>
              <a:t>1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10" dirty="0">
                <a:latin typeface="Times New Roman"/>
                <a:cs typeface="Times New Roman"/>
              </a:rPr>
              <a:t> experience.)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990" y="6028689"/>
            <a:ext cx="6395085" cy="20955"/>
            <a:chOff x="808990" y="602868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02868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02983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02983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03288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04659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04660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96848" y="6265544"/>
            <a:ext cx="6289040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goal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which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transform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basic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into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clean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professional-</a:t>
            </a:r>
            <a:r>
              <a:rPr sz="1200" i="1" dirty="0">
                <a:latin typeface="Times New Roman"/>
                <a:cs typeface="Times New Roman"/>
              </a:rPr>
              <a:t>looking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interface.)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01369" y="7414259"/>
            <a:ext cx="6402705" cy="20955"/>
            <a:chOff x="801369" y="7414259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41425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41514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41516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41819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431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43192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92276" y="7486810"/>
            <a:ext cx="6338570" cy="139382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45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sz="1400">
              <a:latin typeface="Times New Roman"/>
              <a:cs typeface="Times New Roman"/>
            </a:endParaRPr>
          </a:p>
          <a:p>
            <a:pPr marL="17145">
              <a:lnSpc>
                <a:spcPct val="100000"/>
              </a:lnSpc>
              <a:spcBef>
                <a:spcPts val="55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lists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tasks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must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implemented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CSS.)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200">
              <a:latin typeface="Times New Roman"/>
              <a:cs typeface="Times New Roman"/>
            </a:endParaRPr>
          </a:p>
          <a:p>
            <a:pPr marL="260350" lvl="1" indent="-246379">
              <a:lnSpc>
                <a:spcPct val="100000"/>
              </a:lnSpc>
              <a:buAutoNum type="arabicPeriod"/>
              <a:tabLst>
                <a:tab pos="260350" algn="l"/>
              </a:tabLst>
            </a:pPr>
            <a:r>
              <a:rPr sz="1300" b="1" dirty="0">
                <a:latin typeface="Times New Roman"/>
                <a:cs typeface="Times New Roman"/>
              </a:rPr>
              <a:t>Apply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Global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Styling:</a:t>
            </a:r>
            <a:endParaRPr sz="130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(Apply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overall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entire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webpage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including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alignment</a:t>
            </a:r>
            <a:r>
              <a:rPr sz="1200" i="1" spc="-25" dirty="0">
                <a:latin typeface="Times New Roman"/>
                <a:cs typeface="Times New Roman"/>
              </a:rPr>
              <a:t> to </a:t>
            </a:r>
            <a:r>
              <a:rPr sz="1200" i="1" dirty="0">
                <a:latin typeface="Times New Roman"/>
                <a:cs typeface="Times New Roman"/>
              </a:rPr>
              <a:t>ensure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consistent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design.)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06450" y="9338944"/>
            <a:ext cx="6399530" cy="21590"/>
            <a:chOff x="806450" y="933894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33894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340341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340354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343389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3571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357118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495337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514349"/>
            <a:ext cx="1074407" cy="40195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9873589"/>
            <a:ext cx="996314" cy="43417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3988" y="1123555"/>
            <a:ext cx="6075045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Event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Title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and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Description:</a:t>
            </a:r>
            <a:endParaRPr sz="1300">
              <a:latin typeface="Times New Roman"/>
              <a:cs typeface="Times New Roman"/>
            </a:endParaRPr>
          </a:p>
          <a:p>
            <a:pPr marL="7302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(Enhance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heading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description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size,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and </a:t>
            </a:r>
            <a:r>
              <a:rPr sz="1200" i="1" dirty="0">
                <a:latin typeface="Times New Roman"/>
                <a:cs typeface="Times New Roman"/>
              </a:rPr>
              <a:t>alignment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visually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prominent.)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01369" y="2273934"/>
            <a:ext cx="6402705" cy="20320"/>
            <a:chOff x="801369" y="2273934"/>
            <a:chExt cx="6402705" cy="20320"/>
          </a:xfrm>
        </p:grpSpPr>
        <p:sp>
          <p:nvSpPr>
            <p:cNvPr id="7" name="object 7"/>
            <p:cNvSpPr/>
            <p:nvPr/>
          </p:nvSpPr>
          <p:spPr>
            <a:xfrm>
              <a:off x="801370" y="227393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200899" y="2274061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1928" y="227406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00899" y="2277109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29082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01928" y="229082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89228" y="2532633"/>
            <a:ext cx="6373495" cy="723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Design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Event </a:t>
            </a:r>
            <a:r>
              <a:rPr sz="1300" b="1" spc="-10" dirty="0">
                <a:latin typeface="Times New Roman"/>
                <a:cs typeface="Times New Roman"/>
              </a:rPr>
              <a:t>Information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Section</a:t>
            </a:r>
            <a:endParaRPr sz="13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215"/>
              </a:spcBef>
            </a:pPr>
            <a:r>
              <a:rPr sz="1200" dirty="0">
                <a:latin typeface="Times New Roman"/>
                <a:cs typeface="Times New Roman"/>
              </a:rPr>
              <a:t>(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readability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background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alignment.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801369" y="3702049"/>
            <a:ext cx="6402705" cy="20320"/>
            <a:chOff x="801369" y="3702049"/>
            <a:chExt cx="6402705" cy="20320"/>
          </a:xfrm>
        </p:grpSpPr>
        <p:sp>
          <p:nvSpPr>
            <p:cNvPr id="15" name="object 15"/>
            <p:cNvSpPr/>
            <p:nvPr/>
          </p:nvSpPr>
          <p:spPr>
            <a:xfrm>
              <a:off x="801370" y="370204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200899" y="370243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01928" y="370244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200899" y="370547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71919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01928" y="37191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789228" y="3915904"/>
            <a:ext cx="6282690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Enhance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0" dirty="0">
                <a:latin typeface="Times New Roman"/>
                <a:cs typeface="Times New Roman"/>
              </a:rPr>
              <a:t> Registration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0" dirty="0">
                <a:latin typeface="Times New Roman"/>
                <a:cs typeface="Times New Roman"/>
              </a:rPr>
              <a:t> Layout:</a:t>
            </a:r>
            <a:endParaRPr sz="13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(Style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card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with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rounded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corners,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shadow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presentation.)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01369" y="5018404"/>
            <a:ext cx="6402705" cy="20955"/>
            <a:chOff x="801369" y="5018404"/>
            <a:chExt cx="6402705" cy="20955"/>
          </a:xfrm>
        </p:grpSpPr>
        <p:sp>
          <p:nvSpPr>
            <p:cNvPr id="23" name="object 23"/>
            <p:cNvSpPr/>
            <p:nvPr/>
          </p:nvSpPr>
          <p:spPr>
            <a:xfrm>
              <a:off x="801370" y="501840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200899" y="501916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01928" y="501917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200899" y="5022214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03593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01928" y="503594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796848" y="5174106"/>
            <a:ext cx="6315710" cy="699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Fieldsets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and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Legends: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(Improve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fieldsets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legends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highlights,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bold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styling.)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01369" y="6179819"/>
            <a:ext cx="6402705" cy="20955"/>
            <a:chOff x="801369" y="6179819"/>
            <a:chExt cx="6402705" cy="20955"/>
          </a:xfrm>
        </p:grpSpPr>
        <p:sp>
          <p:nvSpPr>
            <p:cNvPr id="31" name="object 31"/>
            <p:cNvSpPr/>
            <p:nvPr/>
          </p:nvSpPr>
          <p:spPr>
            <a:xfrm>
              <a:off x="801370" y="617981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0899" y="618070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1928" y="618070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200899" y="618375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19747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01928" y="619748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773988" y="6497192"/>
            <a:ext cx="6221095" cy="701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Improve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Elements:</a:t>
            </a:r>
            <a:endParaRPr sz="1300">
              <a:latin typeface="Times New Roman"/>
              <a:cs typeface="Times New Roman"/>
            </a:endParaRPr>
          </a:p>
          <a:p>
            <a:pPr marL="125095" marR="5080">
              <a:lnSpc>
                <a:spcPts val="1380"/>
              </a:lnSpc>
              <a:spcBef>
                <a:spcPts val="1035"/>
              </a:spcBef>
            </a:pPr>
            <a:r>
              <a:rPr sz="1200" i="1" dirty="0">
                <a:latin typeface="Times New Roman"/>
                <a:cs typeface="Times New Roman"/>
              </a:rPr>
              <a:t>(Apply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consistent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textboxes,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dropdowns,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radio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buttons,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checkboxes,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upload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fields,</a:t>
            </a:r>
            <a:r>
              <a:rPr sz="1200" i="1" spc="-25" dirty="0">
                <a:latin typeface="Times New Roman"/>
                <a:cs typeface="Times New Roman"/>
              </a:rPr>
              <a:t> and </a:t>
            </a:r>
            <a:r>
              <a:rPr sz="1200" i="1" dirty="0">
                <a:latin typeface="Times New Roman"/>
                <a:cs typeface="Times New Roman"/>
              </a:rPr>
              <a:t>textarea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elements.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focus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01369" y="7679689"/>
            <a:ext cx="6402705" cy="20955"/>
            <a:chOff x="801369" y="7679689"/>
            <a:chExt cx="6402705" cy="20955"/>
          </a:xfrm>
        </p:grpSpPr>
        <p:sp>
          <p:nvSpPr>
            <p:cNvPr id="39" name="object 39"/>
            <p:cNvSpPr/>
            <p:nvPr/>
          </p:nvSpPr>
          <p:spPr>
            <a:xfrm>
              <a:off x="801370" y="767968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200899" y="768032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01928" y="768033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200899" y="768337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69708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01928" y="769710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773988" y="7837169"/>
            <a:ext cx="6390005" cy="725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Button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Styling:</a:t>
            </a:r>
            <a:endParaRPr sz="1300">
              <a:latin typeface="Times New Roman"/>
              <a:cs typeface="Times New Roman"/>
            </a:endParaRPr>
          </a:p>
          <a:p>
            <a:pPr marL="125095" marR="5080">
              <a:lnSpc>
                <a:spcPts val="1380"/>
              </a:lnSpc>
              <a:spcBef>
                <a:spcPts val="1225"/>
              </a:spcBef>
            </a:pPr>
            <a:r>
              <a:rPr sz="1200" i="1" dirty="0">
                <a:latin typeface="Times New Roman"/>
                <a:cs typeface="Times New Roman"/>
              </a:rPr>
              <a:t>(Design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attractive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Reset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buttons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hover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rounded </a:t>
            </a:r>
            <a:r>
              <a:rPr sz="1200" i="1" dirty="0">
                <a:latin typeface="Times New Roman"/>
                <a:cs typeface="Times New Roman"/>
              </a:rPr>
              <a:t>corners,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transitions.)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801369" y="9038589"/>
            <a:ext cx="6402705" cy="21590"/>
            <a:chOff x="801369" y="9038589"/>
            <a:chExt cx="6402705" cy="21590"/>
          </a:xfrm>
        </p:grpSpPr>
        <p:sp>
          <p:nvSpPr>
            <p:cNvPr id="47" name="object 47"/>
            <p:cNvSpPr/>
            <p:nvPr/>
          </p:nvSpPr>
          <p:spPr>
            <a:xfrm>
              <a:off x="801370" y="903858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200899" y="90401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801928" y="904011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60"/>
                  </a:lnTo>
                  <a:lnTo>
                    <a:pt x="6402006" y="3060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200899" y="904316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05687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801928" y="905689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3" name="object 5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342899"/>
            <a:ext cx="1495933" cy="370204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342899"/>
            <a:ext cx="1004798" cy="566420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39775" y="9845014"/>
            <a:ext cx="1495933" cy="370205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9806914"/>
            <a:ext cx="1004798" cy="5664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73775" y="344169"/>
            <a:ext cx="1074407" cy="40195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96848" y="1293622"/>
            <a:ext cx="6082665" cy="6991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Participants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Table: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(Enhance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header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alternate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hover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readability.)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01369" y="2552699"/>
            <a:ext cx="6402705" cy="20320"/>
            <a:chOff x="801369" y="2552699"/>
            <a:chExt cx="6402705" cy="20320"/>
          </a:xfrm>
        </p:grpSpPr>
        <p:sp>
          <p:nvSpPr>
            <p:cNvPr id="5" name="object 5"/>
            <p:cNvSpPr/>
            <p:nvPr/>
          </p:nvSpPr>
          <p:spPr>
            <a:xfrm>
              <a:off x="801370" y="255269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255295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25529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200899" y="255600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1928" y="256971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697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96848" y="2710941"/>
            <a:ext cx="6006465" cy="699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3.9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Declaration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Section: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(Align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declaration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clear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balanced </a:t>
            </a:r>
            <a:r>
              <a:rPr sz="1200" i="1" dirty="0">
                <a:latin typeface="Times New Roman"/>
                <a:cs typeface="Times New Roman"/>
              </a:rPr>
              <a:t>within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form.)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801369" y="3790314"/>
            <a:ext cx="6402705" cy="20320"/>
            <a:chOff x="801369" y="3790314"/>
            <a:chExt cx="6402705" cy="20320"/>
          </a:xfrm>
        </p:grpSpPr>
        <p:sp>
          <p:nvSpPr>
            <p:cNvPr id="13" name="object 13"/>
            <p:cNvSpPr/>
            <p:nvPr/>
          </p:nvSpPr>
          <p:spPr>
            <a:xfrm>
              <a:off x="801370" y="37903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37908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1928" y="37908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200899" y="37938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01928" y="38075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8075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96848" y="4067682"/>
            <a:ext cx="6082030" cy="725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3.10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Footer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Design: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230"/>
              </a:spcBef>
            </a:pPr>
            <a:r>
              <a:rPr sz="1200" i="1" dirty="0">
                <a:latin typeface="Times New Roman"/>
                <a:cs typeface="Times New Roman"/>
              </a:rPr>
              <a:t>(Style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footer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with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center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alignment,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clearly </a:t>
            </a:r>
            <a:r>
              <a:rPr sz="1200" i="1" dirty="0">
                <a:latin typeface="Times New Roman"/>
                <a:cs typeface="Times New Roman"/>
              </a:rPr>
              <a:t>display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contact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information.)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801369" y="5076189"/>
            <a:ext cx="6402705" cy="20955"/>
            <a:chOff x="801369" y="5076189"/>
            <a:chExt cx="6402705" cy="20955"/>
          </a:xfrm>
        </p:grpSpPr>
        <p:sp>
          <p:nvSpPr>
            <p:cNvPr id="21" name="object 21"/>
            <p:cNvSpPr/>
            <p:nvPr/>
          </p:nvSpPr>
          <p:spPr>
            <a:xfrm>
              <a:off x="801370" y="507618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507707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507709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200899" y="508012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01928" y="509384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09385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92276" y="5409056"/>
            <a:ext cx="6102350" cy="717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4.CSS</a:t>
            </a:r>
            <a:r>
              <a:rPr sz="1400" b="1" spc="-2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4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>
              <a:latin typeface="Times New Roman"/>
              <a:cs typeface="Times New Roman"/>
            </a:endParaRPr>
          </a:p>
          <a:p>
            <a:pPr marL="17145" marR="5080" indent="38100">
              <a:lnSpc>
                <a:spcPts val="1390"/>
              </a:lnSpc>
              <a:spcBef>
                <a:spcPts val="101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concepts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project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selectors,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box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model,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typography,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shadows,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hover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styling.)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801369" y="6544309"/>
            <a:ext cx="6402705" cy="20955"/>
            <a:chOff x="801369" y="6544309"/>
            <a:chExt cx="6402705" cy="20955"/>
          </a:xfrm>
        </p:grpSpPr>
        <p:sp>
          <p:nvSpPr>
            <p:cNvPr id="29" name="object 29"/>
            <p:cNvSpPr/>
            <p:nvPr/>
          </p:nvSpPr>
          <p:spPr>
            <a:xfrm>
              <a:off x="801370" y="654430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0899" y="654494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1928" y="6544957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0899" y="654799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1928" y="656170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561721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55700" y="6776084"/>
            <a:ext cx="5134610" cy="5435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572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01369" y="7750809"/>
            <a:ext cx="6402705" cy="20955"/>
            <a:chOff x="801369" y="7750809"/>
            <a:chExt cx="6402705" cy="20955"/>
          </a:xfrm>
        </p:grpSpPr>
        <p:sp>
          <p:nvSpPr>
            <p:cNvPr id="37" name="object 37"/>
            <p:cNvSpPr/>
            <p:nvPr/>
          </p:nvSpPr>
          <p:spPr>
            <a:xfrm>
              <a:off x="801370" y="775082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200899" y="7751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801928" y="775196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200899" y="7755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01928" y="7768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768716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763320" y="8087105"/>
            <a:ext cx="6421120" cy="717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0" dirty="0">
                <a:solidFill>
                  <a:srgbClr val="3B78D7"/>
                </a:solidFill>
                <a:latin typeface="Cambria"/>
                <a:cs typeface="Cambria"/>
              </a:rPr>
              <a:t>6.Output:</a:t>
            </a:r>
            <a:endParaRPr sz="1400">
              <a:latin typeface="Cambria"/>
              <a:cs typeface="Cambria"/>
            </a:endParaRPr>
          </a:p>
          <a:p>
            <a:pPr marL="45720" marR="5080">
              <a:lnSpc>
                <a:spcPts val="1380"/>
              </a:lnSpc>
              <a:spcBef>
                <a:spcPts val="1045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screenshots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fully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webpage,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including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footer,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demonstrate</a:t>
            </a:r>
            <a:r>
              <a:rPr sz="1200" i="1" spc="-25" dirty="0">
                <a:latin typeface="Times New Roman"/>
                <a:cs typeface="Times New Roman"/>
              </a:rPr>
              <a:t> the </a:t>
            </a:r>
            <a:r>
              <a:rPr sz="1200" i="1" dirty="0">
                <a:latin typeface="Times New Roman"/>
                <a:cs typeface="Times New Roman"/>
              </a:rPr>
              <a:t>final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output.)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801369" y="9223375"/>
            <a:ext cx="6402705" cy="20955"/>
            <a:chOff x="801369" y="9223375"/>
            <a:chExt cx="6402705" cy="20955"/>
          </a:xfrm>
        </p:grpSpPr>
        <p:sp>
          <p:nvSpPr>
            <p:cNvPr id="45" name="object 45"/>
            <p:cNvSpPr/>
            <p:nvPr/>
          </p:nvSpPr>
          <p:spPr>
            <a:xfrm>
              <a:off x="801370" y="922338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200899" y="92245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01928" y="92245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200899" y="92275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801928" y="92412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2412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9475" y="361949"/>
            <a:ext cx="1074407" cy="40195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97325" y="342937"/>
            <a:ext cx="996314" cy="43417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90752" y="868425"/>
            <a:ext cx="6021705" cy="717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5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>
              <a:latin typeface="Times New Roman"/>
              <a:cs typeface="Times New Roman"/>
            </a:endParaRPr>
          </a:p>
          <a:p>
            <a:pPr marL="108585" marR="5080">
              <a:lnSpc>
                <a:spcPts val="1390"/>
              </a:lnSpc>
              <a:spcBef>
                <a:spcPts val="1019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understanding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about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control,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presentation design.)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019299"/>
            <a:ext cx="6402705" cy="20320"/>
            <a:chOff x="801369" y="201929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01929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01955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0195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02260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03631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0363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21232" y="2224785"/>
            <a:ext cx="6155690" cy="741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>
              <a:latin typeface="Times New Roman"/>
              <a:cs typeface="Times New Roman"/>
            </a:endParaRPr>
          </a:p>
          <a:p>
            <a:pPr marL="78105" marR="5080">
              <a:lnSpc>
                <a:spcPts val="1380"/>
              </a:lnSpc>
              <a:spcBef>
                <a:spcPts val="123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was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enhanced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25" dirty="0">
                <a:latin typeface="Times New Roman"/>
                <a:cs typeface="Times New Roman"/>
              </a:rPr>
              <a:t> and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experience.)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39750" y="442594"/>
            <a:ext cx="1495933" cy="37020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463800" y="342899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557</Words>
  <Application>Microsoft Office PowerPoint</Application>
  <PresentationFormat>Custom</PresentationFormat>
  <Paragraphs>52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3</cp:revision>
  <dcterms:created xsi:type="dcterms:W3CDTF">2026-03-04T05:00:29Z</dcterms:created>
  <dcterms:modified xsi:type="dcterms:W3CDTF">2026-03-06T15:52:02Z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